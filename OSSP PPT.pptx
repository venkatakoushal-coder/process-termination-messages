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  <p:sldId id="257" r:id="rId3"/>
    <p:sldId id="258" r:id="rId4"/>
    <p:sldId id="259" r:id="rId5"/>
    <p:sldId id="260" r:id="rId6"/>
    <p:sldId id="262" r:id="rId7"/>
    <p:sldId id="265" r:id="rId8"/>
    <p:sldId id="263" r:id="rId9"/>
    <p:sldId id="264" r:id="rId10"/>
    <p:sldId id="266" r:id="rId11"/>
    <p:sldId id="270" r:id="rId12"/>
    <p:sldId id="269" r:id="rId13"/>
    <p:sldId id="271" r:id="rId14"/>
    <p:sldId id="268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B1D7D1E-05C2-4D22-B07B-DC035F84A448}" v="4" dt="2026-10-06T13:38:30.79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00" autoAdjust="0"/>
    <p:restoredTop sz="94660"/>
  </p:normalViewPr>
  <p:slideViewPr>
    <p:cSldViewPr snapToGrid="0">
      <p:cViewPr varScale="1">
        <p:scale>
          <a:sx n="60" d="100"/>
          <a:sy n="60" d="100"/>
        </p:scale>
        <p:origin x="1140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yerrapragadacharansai@gmail.com" userId="bba79a417b21d977" providerId="LiveId" clId="{E76A2F6D-56AF-4C3F-89E4-D17684D15B2C}"/>
    <pc:docChg chg="custSel addSld delSld modSld sldOrd">
      <pc:chgData name="yerrapragadacharansai@gmail.com" userId="bba79a417b21d977" providerId="LiveId" clId="{E76A2F6D-56AF-4C3F-89E4-D17684D15B2C}" dt="2026-10-06T13:39:30.430" v="236" actId="12"/>
      <pc:docMkLst>
        <pc:docMk/>
      </pc:docMkLst>
      <pc:sldChg chg="modSp mod">
        <pc:chgData name="yerrapragadacharansai@gmail.com" userId="bba79a417b21d977" providerId="LiveId" clId="{E76A2F6D-56AF-4C3F-89E4-D17684D15B2C}" dt="2026-10-01T03:46:08.207" v="103" actId="20577"/>
        <pc:sldMkLst>
          <pc:docMk/>
          <pc:sldMk cId="1061745396" sldId="262"/>
        </pc:sldMkLst>
        <pc:graphicFrameChg chg="modGraphic">
          <ac:chgData name="yerrapragadacharansai@gmail.com" userId="bba79a417b21d977" providerId="LiveId" clId="{E76A2F6D-56AF-4C3F-89E4-D17684D15B2C}" dt="2026-10-01T03:46:08.207" v="103" actId="20577"/>
          <ac:graphicFrameMkLst>
            <pc:docMk/>
            <pc:sldMk cId="1061745396" sldId="262"/>
            <ac:graphicFrameMk id="4" creationId="{664FDCF8-99D9-A635-6EA6-5A473DD85938}"/>
          </ac:graphicFrameMkLst>
        </pc:graphicFrameChg>
      </pc:sldChg>
      <pc:sldChg chg="modSp mod">
        <pc:chgData name="yerrapragadacharansai@gmail.com" userId="bba79a417b21d977" providerId="LiveId" clId="{E76A2F6D-56AF-4C3F-89E4-D17684D15B2C}" dt="2026-10-06T13:39:30.430" v="236" actId="12"/>
        <pc:sldMkLst>
          <pc:docMk/>
          <pc:sldMk cId="3765901305" sldId="264"/>
        </pc:sldMkLst>
        <pc:spChg chg="mod">
          <ac:chgData name="yerrapragadacharansai@gmail.com" userId="bba79a417b21d977" providerId="LiveId" clId="{E76A2F6D-56AF-4C3F-89E4-D17684D15B2C}" dt="2026-10-06T13:39:30.430" v="236" actId="12"/>
          <ac:spMkLst>
            <pc:docMk/>
            <pc:sldMk cId="3765901305" sldId="264"/>
            <ac:spMk id="3" creationId="{A28F7DE1-A121-8BBA-DAA8-AAF159EF16F9}"/>
          </ac:spMkLst>
        </pc:spChg>
      </pc:sldChg>
      <pc:sldChg chg="addSp modSp new mod ord">
        <pc:chgData name="yerrapragadacharansai@gmail.com" userId="bba79a417b21d977" providerId="LiveId" clId="{E76A2F6D-56AF-4C3F-89E4-D17684D15B2C}" dt="2026-09-28T14:01:52.766" v="44" actId="14100"/>
        <pc:sldMkLst>
          <pc:docMk/>
          <pc:sldMk cId="2192567276" sldId="265"/>
        </pc:sldMkLst>
        <pc:picChg chg="add mod">
          <ac:chgData name="yerrapragadacharansai@gmail.com" userId="bba79a417b21d977" providerId="LiveId" clId="{E76A2F6D-56AF-4C3F-89E4-D17684D15B2C}" dt="2026-09-28T14:01:52.766" v="44" actId="14100"/>
          <ac:picMkLst>
            <pc:docMk/>
            <pc:sldMk cId="2192567276" sldId="265"/>
            <ac:picMk id="2" creationId="{5BF8FFD9-EC37-E9E4-1FCE-D45E5E30C5C7}"/>
          </ac:picMkLst>
        </pc:picChg>
      </pc:sldChg>
      <pc:sldChg chg="addSp delSp modSp new mod">
        <pc:chgData name="yerrapragadacharansai@gmail.com" userId="bba79a417b21d977" providerId="LiveId" clId="{E76A2F6D-56AF-4C3F-89E4-D17684D15B2C}" dt="2026-10-06T13:25:48.014" v="137" actId="14100"/>
        <pc:sldMkLst>
          <pc:docMk/>
          <pc:sldMk cId="2180660744" sldId="266"/>
        </pc:sldMkLst>
        <pc:picChg chg="add del mod">
          <ac:chgData name="yerrapragadacharansai@gmail.com" userId="bba79a417b21d977" providerId="LiveId" clId="{E76A2F6D-56AF-4C3F-89E4-D17684D15B2C}" dt="2026-10-06T13:19:42.731" v="104" actId="21"/>
          <ac:picMkLst>
            <pc:docMk/>
            <pc:sldMk cId="2180660744" sldId="266"/>
            <ac:picMk id="3" creationId="{9F0AEFB1-FC8E-FA05-3488-3517F83FDDD5}"/>
          </ac:picMkLst>
        </pc:picChg>
        <pc:picChg chg="add mod">
          <ac:chgData name="yerrapragadacharansai@gmail.com" userId="bba79a417b21d977" providerId="LiveId" clId="{E76A2F6D-56AF-4C3F-89E4-D17684D15B2C}" dt="2026-10-06T13:25:48.014" v="137" actId="14100"/>
          <ac:picMkLst>
            <pc:docMk/>
            <pc:sldMk cId="2180660744" sldId="266"/>
            <ac:picMk id="4" creationId="{CB109509-6B6B-23A1-414E-6184F5822567}"/>
          </ac:picMkLst>
        </pc:picChg>
        <pc:picChg chg="add del mod">
          <ac:chgData name="yerrapragadacharansai@gmail.com" userId="bba79a417b21d977" providerId="LiveId" clId="{E76A2F6D-56AF-4C3F-89E4-D17684D15B2C}" dt="2026-10-06T13:19:45.143" v="105" actId="21"/>
          <ac:picMkLst>
            <pc:docMk/>
            <pc:sldMk cId="2180660744" sldId="266"/>
            <ac:picMk id="5" creationId="{60AF76FE-835C-83D4-8F08-69DF67C221F7}"/>
          </ac:picMkLst>
        </pc:picChg>
        <pc:picChg chg="add mod">
          <ac:chgData name="yerrapragadacharansai@gmail.com" userId="bba79a417b21d977" providerId="LiveId" clId="{E76A2F6D-56AF-4C3F-89E4-D17684D15B2C}" dt="2026-10-06T13:25:43.144" v="136" actId="1076"/>
          <ac:picMkLst>
            <pc:docMk/>
            <pc:sldMk cId="2180660744" sldId="266"/>
            <ac:picMk id="7" creationId="{E0FC858A-D412-33F7-A159-6D37AC908682}"/>
          </ac:picMkLst>
        </pc:picChg>
      </pc:sldChg>
      <pc:sldChg chg="delSp add del mod">
        <pc:chgData name="yerrapragadacharansai@gmail.com" userId="bba79a417b21d977" providerId="LiveId" clId="{E76A2F6D-56AF-4C3F-89E4-D17684D15B2C}" dt="2026-10-06T13:30:10.572" v="216" actId="2696"/>
        <pc:sldMkLst>
          <pc:docMk/>
          <pc:sldMk cId="3256766493" sldId="267"/>
        </pc:sldMkLst>
        <pc:picChg chg="del">
          <ac:chgData name="yerrapragadacharansai@gmail.com" userId="bba79a417b21d977" providerId="LiveId" clId="{E76A2F6D-56AF-4C3F-89E4-D17684D15B2C}" dt="2026-10-06T13:30:08.241" v="215" actId="21"/>
          <ac:picMkLst>
            <pc:docMk/>
            <pc:sldMk cId="3256766493" sldId="267"/>
            <ac:picMk id="4" creationId="{4B459111-E480-C97E-A15F-8736496BC945}"/>
          </ac:picMkLst>
        </pc:picChg>
      </pc:sldChg>
      <pc:sldChg chg="addSp delSp modSp new del mod">
        <pc:chgData name="yerrapragadacharansai@gmail.com" userId="bba79a417b21d977" providerId="LiveId" clId="{E76A2F6D-56AF-4C3F-89E4-D17684D15B2C}" dt="2026-10-06T13:30:01.214" v="213" actId="2696"/>
        <pc:sldMkLst>
          <pc:docMk/>
          <pc:sldMk cId="3304367391" sldId="267"/>
        </pc:sldMkLst>
        <pc:picChg chg="add del mod">
          <ac:chgData name="yerrapragadacharansai@gmail.com" userId="bba79a417b21d977" providerId="LiveId" clId="{E76A2F6D-56AF-4C3F-89E4-D17684D15B2C}" dt="2026-10-06T13:28:00.486" v="173" actId="21"/>
          <ac:picMkLst>
            <pc:docMk/>
            <pc:sldMk cId="3304367391" sldId="267"/>
            <ac:picMk id="3" creationId="{60173376-9DC0-C8C5-8BAB-3CDF7C5E7167}"/>
          </ac:picMkLst>
        </pc:picChg>
        <pc:picChg chg="add mod">
          <ac:chgData name="yerrapragadacharansai@gmail.com" userId="bba79a417b21d977" providerId="LiveId" clId="{E76A2F6D-56AF-4C3F-89E4-D17684D15B2C}" dt="2026-10-06T13:29:05.337" v="197" actId="1076"/>
          <ac:picMkLst>
            <pc:docMk/>
            <pc:sldMk cId="3304367391" sldId="267"/>
            <ac:picMk id="4" creationId="{445EFF65-A746-13BF-2797-A9733797971F}"/>
          </ac:picMkLst>
        </pc:picChg>
      </pc:sldChg>
      <pc:sldChg chg="modSp new mod">
        <pc:chgData name="yerrapragadacharansai@gmail.com" userId="bba79a417b21d977" providerId="LiveId" clId="{E76A2F6D-56AF-4C3F-89E4-D17684D15B2C}" dt="2026-09-28T06:20:11.846" v="35" actId="255"/>
        <pc:sldMkLst>
          <pc:docMk/>
          <pc:sldMk cId="2042735513" sldId="268"/>
        </pc:sldMkLst>
        <pc:spChg chg="mod">
          <ac:chgData name="yerrapragadacharansai@gmail.com" userId="bba79a417b21d977" providerId="LiveId" clId="{E76A2F6D-56AF-4C3F-89E4-D17684D15B2C}" dt="2026-09-28T06:19:50.169" v="31" actId="20577"/>
          <ac:spMkLst>
            <pc:docMk/>
            <pc:sldMk cId="2042735513" sldId="268"/>
            <ac:spMk id="2" creationId="{2FEEE563-78C2-DCA7-7B4F-C2A62469B391}"/>
          </ac:spMkLst>
        </pc:spChg>
        <pc:spChg chg="mod">
          <ac:chgData name="yerrapragadacharansai@gmail.com" userId="bba79a417b21d977" providerId="LiveId" clId="{E76A2F6D-56AF-4C3F-89E4-D17684D15B2C}" dt="2026-09-28T06:20:11.846" v="35" actId="255"/>
          <ac:spMkLst>
            <pc:docMk/>
            <pc:sldMk cId="2042735513" sldId="268"/>
            <ac:spMk id="3" creationId="{30359B04-CD45-A60E-98EF-80E08A7BD921}"/>
          </ac:spMkLst>
        </pc:spChg>
      </pc:sldChg>
      <pc:sldChg chg="addSp delSp modSp add mod">
        <pc:chgData name="yerrapragadacharansai@gmail.com" userId="bba79a417b21d977" providerId="LiveId" clId="{E76A2F6D-56AF-4C3F-89E4-D17684D15B2C}" dt="2026-10-06T13:27:45.916" v="172" actId="14100"/>
        <pc:sldMkLst>
          <pc:docMk/>
          <pc:sldMk cId="2146931888" sldId="269"/>
        </pc:sldMkLst>
        <pc:picChg chg="add del mod">
          <ac:chgData name="yerrapragadacharansai@gmail.com" userId="bba79a417b21d977" providerId="LiveId" clId="{E76A2F6D-56AF-4C3F-89E4-D17684D15B2C}" dt="2026-10-06T13:26:42.171" v="147" actId="21"/>
          <ac:picMkLst>
            <pc:docMk/>
            <pc:sldMk cId="2146931888" sldId="269"/>
            <ac:picMk id="3" creationId="{53202444-D77F-9258-ADBF-5721849CF83F}"/>
          </ac:picMkLst>
        </pc:picChg>
        <pc:picChg chg="add mod">
          <ac:chgData name="yerrapragadacharansai@gmail.com" userId="bba79a417b21d977" providerId="LiveId" clId="{E76A2F6D-56AF-4C3F-89E4-D17684D15B2C}" dt="2026-10-06T13:27:39.949" v="170" actId="14100"/>
          <ac:picMkLst>
            <pc:docMk/>
            <pc:sldMk cId="2146931888" sldId="269"/>
            <ac:picMk id="4" creationId="{7BCAC077-6DD6-1B74-4180-CB43BCAD0CE6}"/>
          </ac:picMkLst>
        </pc:picChg>
        <pc:picChg chg="add del mod">
          <ac:chgData name="yerrapragadacharansai@gmail.com" userId="bba79a417b21d977" providerId="LiveId" clId="{E76A2F6D-56AF-4C3F-89E4-D17684D15B2C}" dt="2026-10-06T13:26:43.895" v="148" actId="21"/>
          <ac:picMkLst>
            <pc:docMk/>
            <pc:sldMk cId="2146931888" sldId="269"/>
            <ac:picMk id="5" creationId="{57679AAF-F980-7BCD-D8F1-B2E2D941428A}"/>
          </ac:picMkLst>
        </pc:picChg>
        <pc:picChg chg="add mod">
          <ac:chgData name="yerrapragadacharansai@gmail.com" userId="bba79a417b21d977" providerId="LiveId" clId="{E76A2F6D-56AF-4C3F-89E4-D17684D15B2C}" dt="2026-10-06T13:27:45.916" v="172" actId="14100"/>
          <ac:picMkLst>
            <pc:docMk/>
            <pc:sldMk cId="2146931888" sldId="269"/>
            <ac:picMk id="7" creationId="{191841B0-D068-578F-576A-06CD2B1CE208}"/>
          </ac:picMkLst>
        </pc:picChg>
      </pc:sldChg>
      <pc:sldChg chg="addSp delSp modSp add mod">
        <pc:chgData name="yerrapragadacharansai@gmail.com" userId="bba79a417b21d977" providerId="LiveId" clId="{E76A2F6D-56AF-4C3F-89E4-D17684D15B2C}" dt="2026-10-06T13:30:27.210" v="226" actId="1076"/>
        <pc:sldMkLst>
          <pc:docMk/>
          <pc:sldMk cId="3059613701" sldId="270"/>
        </pc:sldMkLst>
        <pc:picChg chg="add del mod">
          <ac:chgData name="yerrapragadacharansai@gmail.com" userId="bba79a417b21d977" providerId="LiveId" clId="{E76A2F6D-56AF-4C3F-89E4-D17684D15B2C}" dt="2026-10-06T13:25:23.662" v="132" actId="21"/>
          <ac:picMkLst>
            <pc:docMk/>
            <pc:sldMk cId="3059613701" sldId="270"/>
            <ac:picMk id="3" creationId="{F386043F-5225-A1AA-0FF4-F289285B5CB5}"/>
          </ac:picMkLst>
        </pc:picChg>
        <pc:picChg chg="add mod">
          <ac:chgData name="yerrapragadacharansai@gmail.com" userId="bba79a417b21d977" providerId="LiveId" clId="{E76A2F6D-56AF-4C3F-89E4-D17684D15B2C}" dt="2026-10-06T13:30:18.163" v="220" actId="14100"/>
          <ac:picMkLst>
            <pc:docMk/>
            <pc:sldMk cId="3059613701" sldId="270"/>
            <ac:picMk id="4" creationId="{6532A901-A760-5F04-EC27-C496C62A94AB}"/>
          </ac:picMkLst>
        </pc:picChg>
        <pc:picChg chg="add del mod">
          <ac:chgData name="yerrapragadacharansai@gmail.com" userId="bba79a417b21d977" providerId="LiveId" clId="{E76A2F6D-56AF-4C3F-89E4-D17684D15B2C}" dt="2026-10-06T13:25:26.177" v="133" actId="21"/>
          <ac:picMkLst>
            <pc:docMk/>
            <pc:sldMk cId="3059613701" sldId="270"/>
            <ac:picMk id="5" creationId="{5A45E83A-E86C-21B5-2B4D-70B03DD23665}"/>
          </ac:picMkLst>
        </pc:picChg>
        <pc:picChg chg="add del mod">
          <ac:chgData name="yerrapragadacharansai@gmail.com" userId="bba79a417b21d977" providerId="LiveId" clId="{E76A2F6D-56AF-4C3F-89E4-D17684D15B2C}" dt="2026-10-06T13:26:38.431" v="146" actId="21"/>
          <ac:picMkLst>
            <pc:docMk/>
            <pc:sldMk cId="3059613701" sldId="270"/>
            <ac:picMk id="7" creationId="{77466EEA-50E0-4AE2-4C55-109E75B339F2}"/>
          </ac:picMkLst>
        </pc:picChg>
        <pc:picChg chg="add del mod">
          <ac:chgData name="yerrapragadacharansai@gmail.com" userId="bba79a417b21d977" providerId="LiveId" clId="{E76A2F6D-56AF-4C3F-89E4-D17684D15B2C}" dt="2026-10-06T13:28:57.588" v="193" actId="21"/>
          <ac:picMkLst>
            <pc:docMk/>
            <pc:sldMk cId="3059613701" sldId="270"/>
            <ac:picMk id="9" creationId="{91F433AF-3EC1-7774-9440-D44129D29394}"/>
          </ac:picMkLst>
        </pc:picChg>
        <pc:picChg chg="add mod">
          <ac:chgData name="yerrapragadacharansai@gmail.com" userId="bba79a417b21d977" providerId="LiveId" clId="{E76A2F6D-56AF-4C3F-89E4-D17684D15B2C}" dt="2026-10-06T13:30:27.210" v="226" actId="1076"/>
          <ac:picMkLst>
            <pc:docMk/>
            <pc:sldMk cId="3059613701" sldId="270"/>
            <ac:picMk id="11" creationId="{932F6DD4-D424-1384-5849-2AE6C22191EF}"/>
          </ac:picMkLst>
        </pc:picChg>
      </pc:sldChg>
      <pc:sldChg chg="addSp modSp add mod">
        <pc:chgData name="yerrapragadacharansai@gmail.com" userId="bba79a417b21d977" providerId="LiveId" clId="{E76A2F6D-56AF-4C3F-89E4-D17684D15B2C}" dt="2026-10-06T13:29:46.965" v="212" actId="14100"/>
        <pc:sldMkLst>
          <pc:docMk/>
          <pc:sldMk cId="3029921369" sldId="271"/>
        </pc:sldMkLst>
        <pc:picChg chg="add mod">
          <ac:chgData name="yerrapragadacharansai@gmail.com" userId="bba79a417b21d977" providerId="LiveId" clId="{E76A2F6D-56AF-4C3F-89E4-D17684D15B2C}" dt="2026-10-06T13:29:46.965" v="212" actId="14100"/>
          <ac:picMkLst>
            <pc:docMk/>
            <pc:sldMk cId="3029921369" sldId="271"/>
            <ac:picMk id="3" creationId="{F30FE5FA-EF17-BFFB-6FB4-23537F3FC6BE}"/>
          </ac:picMkLst>
        </pc:picChg>
        <pc:picChg chg="add mod">
          <ac:chgData name="yerrapragadacharansai@gmail.com" userId="bba79a417b21d977" providerId="LiveId" clId="{E76A2F6D-56AF-4C3F-89E4-D17684D15B2C}" dt="2026-10-06T13:29:42.707" v="211" actId="1076"/>
          <ac:picMkLst>
            <pc:docMk/>
            <pc:sldMk cId="3029921369" sldId="271"/>
            <ac:picMk id="5" creationId="{4F0907BC-433F-C5DC-9FBA-97063C9091FF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5DEC014E-32E8-BC91-190E-85B3C74C92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7998" y="964075"/>
            <a:ext cx="4654297" cy="3739896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58000" y="4822842"/>
            <a:ext cx="4206240" cy="1380744"/>
          </a:xfrm>
        </p:spPr>
        <p:txBody>
          <a:bodyPr anchor="t" anchorCtr="0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3" name="Footer Placeholder 12">
            <a:extLst>
              <a:ext uri="{FF2B5EF4-FFF2-40B4-BE49-F238E27FC236}">
                <a16:creationId xmlns:a16="http://schemas.microsoft.com/office/drawing/2014/main" id="{B2603722-CE80-C718-39E9-BB79F1F68C31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IN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884C280F-E753-FE97-A722-F86168AC97B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41248" y="964074"/>
            <a:ext cx="5403280" cy="5258929"/>
          </a:xfrm>
          <a:custGeom>
            <a:avLst/>
            <a:gdLst>
              <a:gd name="connsiteX0" fmla="*/ 2701640 w 5403280"/>
              <a:gd name="connsiteY0" fmla="*/ 0 h 5258929"/>
              <a:gd name="connsiteX1" fmla="*/ 5403280 w 5403280"/>
              <a:gd name="connsiteY1" fmla="*/ 2701640 h 5258929"/>
              <a:gd name="connsiteX2" fmla="*/ 5403280 w 5403280"/>
              <a:gd name="connsiteY2" fmla="*/ 5258929 h 5258929"/>
              <a:gd name="connsiteX3" fmla="*/ 0 w 5403280"/>
              <a:gd name="connsiteY3" fmla="*/ 5258929 h 5258929"/>
              <a:gd name="connsiteX4" fmla="*/ 0 w 5403280"/>
              <a:gd name="connsiteY4" fmla="*/ 2701640 h 5258929"/>
              <a:gd name="connsiteX5" fmla="*/ 2701640 w 5403280"/>
              <a:gd name="connsiteY5" fmla="*/ 0 h 52589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403280" h="5258929">
                <a:moveTo>
                  <a:pt x="2701640" y="0"/>
                </a:moveTo>
                <a:cubicBezTo>
                  <a:pt x="4193715" y="0"/>
                  <a:pt x="5403280" y="1209565"/>
                  <a:pt x="5403280" y="2701640"/>
                </a:cubicBezTo>
                <a:lnTo>
                  <a:pt x="5403280" y="5258929"/>
                </a:lnTo>
                <a:lnTo>
                  <a:pt x="0" y="5258929"/>
                </a:lnTo>
                <a:lnTo>
                  <a:pt x="0" y="2701640"/>
                </a:lnTo>
                <a:cubicBezTo>
                  <a:pt x="0" y="1209565"/>
                  <a:pt x="1209565" y="0"/>
                  <a:pt x="2701640" y="0"/>
                </a:cubicBezTo>
                <a:close/>
              </a:path>
            </a:pathLst>
          </a:custGeo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  <a:ln w="6350">
            <a:noFill/>
          </a:ln>
        </p:spPr>
        <p:txBody>
          <a:bodyPr wrap="square"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117A08-C834-F239-A3DF-2D1295F0AE4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 rot="5400000">
            <a:off x="10425981" y="4687095"/>
            <a:ext cx="2706690" cy="365125"/>
          </a:xfrm>
        </p:spPr>
        <p:txBody>
          <a:bodyPr/>
          <a:lstStyle/>
          <a:p>
            <a:fld id="{15E60134-513D-46AD-B558-0C7C6B869B04}" type="datetimeFigureOut">
              <a:rPr lang="en-IN" smtClean="0"/>
              <a:t>06-10-2026</a:t>
            </a:fld>
            <a:endParaRPr lang="en-IN"/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7E80C6A5-61FE-078D-49D9-31BD1294014C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A1F6D432-0264-4284-B15C-6E5563FBB13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6971414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FE6C4595-90D4-94E6-CEBA-82807457D2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365760"/>
            <a:ext cx="10741152" cy="113225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1520" y="1658679"/>
            <a:ext cx="10780776" cy="4925000"/>
          </a:xfrm>
        </p:spPr>
        <p:txBody>
          <a:bodyPr>
            <a:normAutofit/>
          </a:bodyPr>
          <a:lstStyle>
            <a:lvl1pPr>
              <a:defRPr sz="18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</a:defRPr>
            </a:lvl2pPr>
            <a:lvl3pPr>
              <a:defRPr sz="1400">
                <a:solidFill>
                  <a:schemeClr val="tx1"/>
                </a:solidFill>
              </a:defRPr>
            </a:lvl3pPr>
            <a:lvl4pPr>
              <a:defRPr sz="1200">
                <a:solidFill>
                  <a:schemeClr val="tx1"/>
                </a:solidFill>
              </a:defRPr>
            </a:lvl4pPr>
            <a:lvl5pPr>
              <a:defRPr sz="12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15E60134-513D-46AD-B558-0C7C6B869B04}" type="datetimeFigureOut">
              <a:rPr lang="en-IN" smtClean="0"/>
              <a:t>06-10-2026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A1F6D432-0264-4284-B15C-6E5563FBB13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479159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9600" y="5218032"/>
            <a:ext cx="10972800" cy="786384"/>
          </a:xfrm>
        </p:spPr>
        <p:txBody>
          <a:bodyPr anchor="b">
            <a:normAutofit/>
          </a:bodyPr>
          <a:lstStyle>
            <a:lvl1pPr algn="ctr">
              <a:defRPr sz="44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9600" y="5972629"/>
            <a:ext cx="10972800" cy="480373"/>
          </a:xfrm>
        </p:spPr>
        <p:txBody>
          <a:bodyPr anchor="t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24A208E-BD69-BB12-21B8-DA405B501FA8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91999" cy="4986425"/>
          </a:xfr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C88BD73-E6AB-68A9-F41B-313E0C44777C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 rot="16200000">
            <a:off x="-396119" y="5787191"/>
            <a:ext cx="1503444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EAA6162-61A3-2C41-311C-F407FC4B4DA9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15E60134-513D-46AD-B558-0C7C6B869B04}" type="datetimeFigureOut">
              <a:rPr lang="en-IN" smtClean="0"/>
              <a:t>06-10-2026</a:t>
            </a:fld>
            <a:endParaRPr lang="en-IN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1DABF624-39B6-C7A2-98E7-26593626B4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4" y="4989940"/>
            <a:ext cx="12191996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E6B102F-64E7-9387-1F8F-DB4AC825773A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A1F6D432-0264-4284-B15C-6E5563FBB13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7947957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CE84C31D-CC85-27E5-FD9F-627C926D5A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578608"/>
            <a:ext cx="7879335" cy="3592629"/>
          </a:xfrm>
        </p:spPr>
        <p:txBody>
          <a:bodyPr>
            <a:normAutofit/>
          </a:bodyPr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10B934F-7AD0-6CA4-BC4D-9CC30854BF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4" y="1714500"/>
            <a:ext cx="12191996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FF6486-38AE-54F6-E2F3-8B944C3F1B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341BD916-71AE-106E-105D-01655950FC4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987800" y="368300"/>
            <a:ext cx="7375525" cy="1014413"/>
          </a:xfrm>
        </p:spPr>
        <p:txBody>
          <a:bodyPr anchor="ctr">
            <a:normAutofit/>
          </a:bodyPr>
          <a:lstStyle>
            <a:lvl1pPr algn="r">
              <a:defRPr sz="20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FD0054-227E-4953-9BB1-7141F90243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E60134-513D-46AD-B558-0C7C6B869B04}" type="datetimeFigureOut">
              <a:rPr lang="en-IN" smtClean="0"/>
              <a:t>06-10-2026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542E0F1-15E9-E241-9959-A6D46B69EE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F6D432-0264-4284-B15C-6E5563FBB13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2688811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5842852-3CDE-22AD-D5F0-AAF8279A09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59536"/>
            <a:ext cx="9546336" cy="3675885"/>
          </a:xfrm>
        </p:spPr>
        <p:txBody>
          <a:bodyPr anchor="t">
            <a:normAutofit/>
          </a:bodyPr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15E60134-513D-46AD-B558-0C7C6B869B04}" type="datetimeFigureOut">
              <a:rPr lang="en-IN" smtClean="0"/>
              <a:t>06-10-2026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A1F6D432-0264-4284-B15C-6E5563FBB13A}" type="slidenum">
              <a:rPr lang="en-IN" smtClean="0"/>
              <a:t>‹#›</a:t>
            </a:fld>
            <a:endParaRPr lang="en-IN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C4D523C5-E38D-F0DE-48C0-B6B8404B63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4" y="5143500"/>
            <a:ext cx="12191996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9503507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>
            <a:extLst>
              <a:ext uri="{FF2B5EF4-FFF2-40B4-BE49-F238E27FC236}">
                <a16:creationId xmlns:a16="http://schemas.microsoft.com/office/drawing/2014/main" id="{C4EF7E11-76D4-64FA-465B-1654054501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5947" y="1296083"/>
            <a:ext cx="4353325" cy="4265835"/>
          </a:xfrm>
          <a:custGeom>
            <a:avLst/>
            <a:gdLst>
              <a:gd name="connsiteX0" fmla="*/ 2176663 w 4353325"/>
              <a:gd name="connsiteY0" fmla="*/ 0 h 4265835"/>
              <a:gd name="connsiteX1" fmla="*/ 4353325 w 4353325"/>
              <a:gd name="connsiteY1" fmla="*/ 2176662 h 4265835"/>
              <a:gd name="connsiteX2" fmla="*/ 4353325 w 4353325"/>
              <a:gd name="connsiteY2" fmla="*/ 2712923 h 4265835"/>
              <a:gd name="connsiteX3" fmla="*/ 4353325 w 4353325"/>
              <a:gd name="connsiteY3" fmla="*/ 3733873 h 4265835"/>
              <a:gd name="connsiteX4" fmla="*/ 4353325 w 4353325"/>
              <a:gd name="connsiteY4" fmla="*/ 4265835 h 4265835"/>
              <a:gd name="connsiteX5" fmla="*/ 0 w 4353325"/>
              <a:gd name="connsiteY5" fmla="*/ 4265835 h 4265835"/>
              <a:gd name="connsiteX6" fmla="*/ 0 w 4353325"/>
              <a:gd name="connsiteY6" fmla="*/ 3733873 h 4265835"/>
              <a:gd name="connsiteX7" fmla="*/ 0 w 4353325"/>
              <a:gd name="connsiteY7" fmla="*/ 2712923 h 4265835"/>
              <a:gd name="connsiteX8" fmla="*/ 0 w 4353325"/>
              <a:gd name="connsiteY8" fmla="*/ 2176662 h 4265835"/>
              <a:gd name="connsiteX9" fmla="*/ 2176663 w 4353325"/>
              <a:gd name="connsiteY9" fmla="*/ 0 h 42658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4353325" h="4265835">
                <a:moveTo>
                  <a:pt x="2176663" y="0"/>
                </a:moveTo>
                <a:cubicBezTo>
                  <a:pt x="3378800" y="0"/>
                  <a:pt x="4353325" y="974525"/>
                  <a:pt x="4353325" y="2176662"/>
                </a:cubicBezTo>
                <a:lnTo>
                  <a:pt x="4353325" y="2712923"/>
                </a:lnTo>
                <a:lnTo>
                  <a:pt x="4353325" y="3733873"/>
                </a:lnTo>
                <a:lnTo>
                  <a:pt x="4353325" y="4265835"/>
                </a:lnTo>
                <a:lnTo>
                  <a:pt x="0" y="4265835"/>
                </a:lnTo>
                <a:lnTo>
                  <a:pt x="0" y="3733873"/>
                </a:lnTo>
                <a:lnTo>
                  <a:pt x="0" y="2712923"/>
                </a:lnTo>
                <a:lnTo>
                  <a:pt x="0" y="2176662"/>
                </a:lnTo>
                <a:cubicBezTo>
                  <a:pt x="0" y="974525"/>
                  <a:pt x="974525" y="0"/>
                  <a:pt x="2176663" y="0"/>
                </a:cubicBezTo>
                <a:close/>
              </a:path>
            </a:pathLst>
          </a:custGeom>
          <a:ln w="6350">
            <a:solidFill>
              <a:schemeClr val="tx1"/>
            </a:solidFill>
          </a:ln>
        </p:spPr>
        <p:txBody>
          <a:bodyPr wrap="square" lIns="182880" tIns="914400" rIns="182880" anchor="ctr" anchorCtr="0">
            <a:noAutofit/>
          </a:bodyPr>
          <a:lstStyle>
            <a:lvl1pPr algn="ctr"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IN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D633F00-464B-3088-812A-40496FD1021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535056" y="1296083"/>
            <a:ext cx="4325112" cy="4265835"/>
          </a:xfrm>
        </p:spPr>
        <p:txBody>
          <a:bodyPr anchor="b" anchorCtr="0"/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  <a:lvl2pPr marL="228600" indent="0">
              <a:buNone/>
              <a:defRPr>
                <a:solidFill>
                  <a:schemeClr val="tx1"/>
                </a:solidFill>
              </a:defRPr>
            </a:lvl2pPr>
            <a:lvl3pPr marL="457200" indent="0">
              <a:buNone/>
              <a:defRPr>
                <a:solidFill>
                  <a:schemeClr val="tx1"/>
                </a:solidFill>
              </a:defRPr>
            </a:lvl3pPr>
            <a:lvl4pPr marL="685800" indent="0">
              <a:buNone/>
              <a:defRPr>
                <a:solidFill>
                  <a:schemeClr val="tx1"/>
                </a:solidFill>
              </a:defRPr>
            </a:lvl4pPr>
            <a:lvl5pPr marL="914400" indent="0">
              <a:buNone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15E60134-513D-46AD-B558-0C7C6B869B04}" type="datetimeFigureOut">
              <a:rPr lang="en-IN" smtClean="0"/>
              <a:t>06-10-2026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A1F6D432-0264-4284-B15C-6E5563FBB13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662974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Agenda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D05B5E-C545-4763-BA47-4C2C0FCA51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0704" y="4608576"/>
            <a:ext cx="4169664" cy="1609344"/>
          </a:xfrm>
        </p:spPr>
        <p:txBody>
          <a:bodyPr anchor="t" anchorCtr="0">
            <a:noAutofit/>
          </a:bodyPr>
          <a:lstStyle>
            <a:lvl1pPr algn="ctr">
              <a:defRPr sz="44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9D23AA-8F22-4B09-8FAA-CD16E5D66C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IN"/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4E5AAB3D-814D-597A-6ADE-F522A8116DCD}"/>
              </a:ext>
            </a:extLst>
          </p:cNvPr>
          <p:cNvSpPr>
            <a:spLocks noGrp="1"/>
          </p:cNvSpPr>
          <p:nvPr>
            <p:ph type="pic" idx="13" hasCustomPrompt="1"/>
          </p:nvPr>
        </p:nvSpPr>
        <p:spPr>
          <a:xfrm>
            <a:off x="1257301" y="1097280"/>
            <a:ext cx="3776470" cy="3168100"/>
          </a:xfrm>
          <a:custGeom>
            <a:avLst/>
            <a:gdLst>
              <a:gd name="connsiteX0" fmla="*/ 1888235 w 3776470"/>
              <a:gd name="connsiteY0" fmla="*/ 0 h 3168100"/>
              <a:gd name="connsiteX1" fmla="*/ 3776470 w 3776470"/>
              <a:gd name="connsiteY1" fmla="*/ 1888235 h 3168100"/>
              <a:gd name="connsiteX2" fmla="*/ 3776470 w 3776470"/>
              <a:gd name="connsiteY2" fmla="*/ 3168100 h 3168100"/>
              <a:gd name="connsiteX3" fmla="*/ 0 w 3776470"/>
              <a:gd name="connsiteY3" fmla="*/ 3168100 h 3168100"/>
              <a:gd name="connsiteX4" fmla="*/ 0 w 3776470"/>
              <a:gd name="connsiteY4" fmla="*/ 1888235 h 3168100"/>
              <a:gd name="connsiteX5" fmla="*/ 1888235 w 3776470"/>
              <a:gd name="connsiteY5" fmla="*/ 0 h 3168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776470" h="3168100">
                <a:moveTo>
                  <a:pt x="1888235" y="0"/>
                </a:moveTo>
                <a:cubicBezTo>
                  <a:pt x="2931078" y="0"/>
                  <a:pt x="3776470" y="845392"/>
                  <a:pt x="3776470" y="1888235"/>
                </a:cubicBezTo>
                <a:lnTo>
                  <a:pt x="3776470" y="3168100"/>
                </a:lnTo>
                <a:lnTo>
                  <a:pt x="0" y="3168100"/>
                </a:lnTo>
                <a:lnTo>
                  <a:pt x="0" y="1888235"/>
                </a:lnTo>
                <a:cubicBezTo>
                  <a:pt x="0" y="845392"/>
                  <a:pt x="845392" y="0"/>
                  <a:pt x="1888235" y="0"/>
                </a:cubicBezTo>
                <a:close/>
              </a:path>
            </a:pathLst>
          </a:custGeo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  <a:ln w="6350">
            <a:solidFill>
              <a:schemeClr val="tx1"/>
            </a:solidFill>
          </a:ln>
        </p:spPr>
        <p:txBody>
          <a:bodyPr wrap="square">
            <a:noAutofit/>
          </a:bodyPr>
          <a:lstStyle>
            <a:lvl1pPr marL="0" indent="0">
              <a:buFont typeface="Arial" panose="020B0604020202020204" pitchFamily="34" charset="0"/>
              <a:buNone/>
              <a:defRPr sz="3200">
                <a:solidFill>
                  <a:schemeClr val="tx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A263F8-8E34-4910-BF7A-F1C5A99689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41464" y="841248"/>
            <a:ext cx="4215384" cy="5330952"/>
          </a:xfrm>
        </p:spPr>
        <p:txBody>
          <a:bodyPr anchor="ctr"/>
          <a:lstStyle>
            <a:lvl1pPr algn="ctr">
              <a:defRPr>
                <a:solidFill>
                  <a:schemeClr val="tx1"/>
                </a:solidFill>
              </a:defRPr>
            </a:lvl1pPr>
            <a:lvl2pPr algn="ctr">
              <a:defRPr>
                <a:solidFill>
                  <a:schemeClr val="tx1"/>
                </a:solidFill>
              </a:defRPr>
            </a:lvl2pPr>
            <a:lvl3pPr algn="ctr">
              <a:defRPr>
                <a:solidFill>
                  <a:schemeClr val="tx1"/>
                </a:solidFill>
              </a:defRPr>
            </a:lvl3pPr>
            <a:lvl4pPr algn="ctr">
              <a:defRPr>
                <a:solidFill>
                  <a:schemeClr val="tx1"/>
                </a:solidFill>
              </a:defRPr>
            </a:lvl4pPr>
            <a:lvl5pPr algn="ctr"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6E74E5-D20D-4AB7-8D98-F336CE0ECC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15E60134-513D-46AD-B558-0C7C6B869B04}" type="datetimeFigureOut">
              <a:rPr lang="en-IN" smtClean="0"/>
              <a:t>06-10-2026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E8A028-A0C8-45E7-915E-B83FF59C9F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A1F6D432-0264-4284-B15C-6E5563FBB13A}" type="slidenum">
              <a:rPr lang="en-IN" smtClean="0"/>
              <a:t>‹#›</a:t>
            </a:fld>
            <a:endParaRPr lang="en-IN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ECD2C868-CE73-A5B1-1389-62A23B14E0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6297086" y="0"/>
            <a:ext cx="0" cy="6858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759867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6384" y="2615184"/>
            <a:ext cx="3813048" cy="3557016"/>
          </a:xfrm>
        </p:spPr>
        <p:txBody>
          <a:bodyPr>
            <a:normAutofit/>
          </a:bodyPr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IN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D42D62A0-8127-CE86-0633-0D65E1E136F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519738" y="841248"/>
            <a:ext cx="4956175" cy="35560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 sz="1400">
                <a:solidFill>
                  <a:schemeClr val="tx1"/>
                </a:solidFill>
              </a:defRPr>
            </a:lvl2pPr>
            <a:lvl3pPr>
              <a:defRPr sz="1400">
                <a:solidFill>
                  <a:schemeClr val="tx1"/>
                </a:solidFill>
              </a:defRPr>
            </a:lvl3pPr>
            <a:lvl4pPr>
              <a:defRPr sz="1400">
                <a:solidFill>
                  <a:schemeClr val="tx1"/>
                </a:solidFill>
              </a:defRPr>
            </a:lvl4pPr>
            <a:lvl5pPr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15E60134-513D-46AD-B558-0C7C6B869B04}" type="datetimeFigureOut">
              <a:rPr lang="en-IN" smtClean="0"/>
              <a:t>06-10-2026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A1F6D432-0264-4284-B15C-6E5563FBB13A}" type="slidenum">
              <a:rPr lang="en-IN" smtClean="0"/>
              <a:t>‹#›</a:t>
            </a:fld>
            <a:endParaRPr lang="en-IN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EF4378AB-83E7-8777-F6CD-8F19BA4FEE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V="1">
            <a:off x="5016203" y="0"/>
            <a:ext cx="0" cy="6858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31106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841248"/>
            <a:ext cx="2999232" cy="5184648"/>
          </a:xfrm>
        </p:spPr>
        <p:txBody>
          <a:bodyPr anchor="t" anchorCtr="0">
            <a:normAutofit/>
          </a:bodyPr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IN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C71126E-AEFA-B45A-CD39-AC1315E0333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666926" y="841248"/>
            <a:ext cx="6260154" cy="518464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 sz="1400">
                <a:solidFill>
                  <a:schemeClr val="tx1"/>
                </a:solidFill>
              </a:defRPr>
            </a:lvl2pPr>
            <a:lvl3pPr>
              <a:defRPr sz="1400">
                <a:solidFill>
                  <a:schemeClr val="tx1"/>
                </a:solidFill>
              </a:defRPr>
            </a:lvl3pPr>
            <a:lvl4pPr>
              <a:defRPr sz="1400">
                <a:solidFill>
                  <a:schemeClr val="tx1"/>
                </a:solidFill>
              </a:defRPr>
            </a:lvl4pPr>
            <a:lvl5pPr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15E60134-513D-46AD-B558-0C7C6B869B04}" type="datetimeFigureOut">
              <a:rPr lang="en-IN" smtClean="0"/>
              <a:t>06-10-2026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A1F6D432-0264-4284-B15C-6E5563FBB13A}" type="slidenum">
              <a:rPr lang="en-IN" smtClean="0"/>
              <a:t>‹#›</a:t>
            </a:fld>
            <a:endParaRPr lang="en-IN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C8293A07-68F2-BD10-B738-E87F3F3D8C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V="1">
            <a:off x="4182210" y="0"/>
            <a:ext cx="0" cy="6858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445519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31152" y="990511"/>
            <a:ext cx="2565593" cy="1858941"/>
          </a:xfrm>
        </p:spPr>
        <p:txBody>
          <a:bodyPr anchor="b"/>
          <a:lstStyle>
            <a:lvl1pPr>
              <a:defRPr lang="en-US" sz="3200" kern="120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3CA946DA-5AE8-39E2-3ADD-B8F06308C1C6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8326323" cy="6858000"/>
          </a:xfrm>
          <a:custGeom>
            <a:avLst/>
            <a:gdLst>
              <a:gd name="connsiteX0" fmla="*/ 0 w 8326323"/>
              <a:gd name="connsiteY0" fmla="*/ 0 h 6858000"/>
              <a:gd name="connsiteX1" fmla="*/ 8326323 w 8326323"/>
              <a:gd name="connsiteY1" fmla="*/ 0 h 6858000"/>
              <a:gd name="connsiteX2" fmla="*/ 8326323 w 8326323"/>
              <a:gd name="connsiteY2" fmla="*/ 6858000 h 6858000"/>
              <a:gd name="connsiteX3" fmla="*/ 0 w 8326323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26323" h="6858000">
                <a:moveTo>
                  <a:pt x="0" y="0"/>
                </a:moveTo>
                <a:lnTo>
                  <a:pt x="8326323" y="0"/>
                </a:lnTo>
                <a:lnTo>
                  <a:pt x="8326323" y="6858000"/>
                </a:lnTo>
                <a:lnTo>
                  <a:pt x="0" y="6858000"/>
                </a:lnTo>
                <a:close/>
              </a:path>
            </a:pathLst>
          </a:custGeo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Font typeface="Arial" panose="020B0604020202020204" pitchFamily="34" charset="0"/>
              <a:buNone/>
              <a:defRPr/>
            </a:lvl1pPr>
          </a:lstStyle>
          <a:p>
            <a:r>
              <a:rPr lang="en-US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832271" y="3011335"/>
            <a:ext cx="2559977" cy="2656250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dirty="0"/>
            </a:lvl1pPr>
            <a:lvl2pPr marL="228600" indent="0">
              <a:buNone/>
              <a:defRPr lang="en-US" sz="1400" dirty="0"/>
            </a:lvl2pPr>
            <a:lvl3pPr marL="457200" indent="0">
              <a:buNone/>
              <a:defRPr lang="en-US" sz="1400" dirty="0"/>
            </a:lvl3pPr>
            <a:lvl4pPr marL="685800" indent="0">
              <a:buNone/>
              <a:defRPr lang="en-US" sz="1400" dirty="0"/>
            </a:lvl4pPr>
            <a:lvl5pPr marL="914400" indent="0">
              <a:buNone/>
              <a:defRPr lang="en-US" sz="14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Footer Placeholder 5">
            <a:extLst>
              <a:ext uri="{FF2B5EF4-FFF2-40B4-BE49-F238E27FC236}">
                <a16:creationId xmlns:a16="http://schemas.microsoft.com/office/drawing/2014/main" id="{8BD5A515-9970-0784-7927-52F94C270B46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 rot="5400000">
            <a:off x="10292564" y="1592958"/>
            <a:ext cx="2973522" cy="365125"/>
          </a:xfrm>
        </p:spPr>
        <p:txBody>
          <a:bodyPr/>
          <a:lstStyle>
            <a:lvl1pPr algn="l">
              <a:defRPr>
                <a:solidFill>
                  <a:schemeClr val="tx1"/>
                </a:solidFill>
              </a:defRPr>
            </a:lvl1pPr>
          </a:lstStyle>
          <a:p>
            <a:endParaRPr lang="en-IN"/>
          </a:p>
        </p:txBody>
      </p:sp>
      <p:sp>
        <p:nvSpPr>
          <p:cNvPr id="9" name="Date Placeholder 4">
            <a:extLst>
              <a:ext uri="{FF2B5EF4-FFF2-40B4-BE49-F238E27FC236}">
                <a16:creationId xmlns:a16="http://schemas.microsoft.com/office/drawing/2014/main" id="{8523CCEC-6BB2-B704-95E2-87FED823C5BD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 rot="5400000">
            <a:off x="10425981" y="4687095"/>
            <a:ext cx="270669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15E60134-513D-46AD-B558-0C7C6B869B04}" type="datetimeFigureOut">
              <a:rPr lang="en-IN" smtClean="0"/>
              <a:t>06-10-2026</a:t>
            </a:fld>
            <a:endParaRPr lang="en-IN"/>
          </a:p>
        </p:txBody>
      </p:sp>
      <p:sp>
        <p:nvSpPr>
          <p:cNvPr id="11" name="Slide Number Placeholder 6">
            <a:extLst>
              <a:ext uri="{FF2B5EF4-FFF2-40B4-BE49-F238E27FC236}">
                <a16:creationId xmlns:a16="http://schemas.microsoft.com/office/drawing/2014/main" id="{1208465C-8C77-73BF-D18F-D01907BAC864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512296" y="6356350"/>
            <a:ext cx="57462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A1F6D432-0264-4284-B15C-6E5563FBB13A}" type="slidenum">
              <a:rPr lang="en-IN" smtClean="0"/>
              <a:t>‹#›</a:t>
            </a:fld>
            <a:endParaRPr lang="en-IN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50E2A219-E459-07B3-1ED3-CBF7D239BE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8320570" y="0"/>
            <a:ext cx="0" cy="6858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154847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03520" y="548640"/>
            <a:ext cx="6093225" cy="1143000"/>
          </a:xfrm>
        </p:spPr>
        <p:txBody>
          <a:bodyPr anchor="b">
            <a:noAutofit/>
          </a:bodyPr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1"/>
            <a:ext cx="4793885" cy="6858000"/>
          </a:xfr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303520" y="1828800"/>
            <a:ext cx="6071616" cy="4489704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DF483F68-3490-71E7-A7DA-DA46BC485F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4797154" y="0"/>
            <a:ext cx="0" cy="6858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345FA4-0621-D8F1-73D0-046B7F4D7713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 rot="5400000">
            <a:off x="10425981" y="4687095"/>
            <a:ext cx="2706690" cy="365125"/>
          </a:xfrm>
        </p:spPr>
        <p:txBody>
          <a:bodyPr/>
          <a:lstStyle/>
          <a:p>
            <a:fld id="{15E60134-513D-46AD-B558-0C7C6B869B04}" type="datetimeFigureOut">
              <a:rPr lang="en-IN" smtClean="0"/>
              <a:t>06-10-2026</a:t>
            </a:fld>
            <a:endParaRPr lang="en-IN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4C51678-E871-8AD4-08DA-BF7B7013A356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 rot="16200000" flipH="1">
            <a:off x="10292565" y="1592957"/>
            <a:ext cx="2973522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3CD01CE4-E064-7D2F-7D3A-9DA85E2777F2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A1F6D432-0264-4284-B15C-6E5563FBB13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4528746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548640"/>
            <a:ext cx="6135624" cy="1143000"/>
          </a:xfrm>
        </p:spPr>
        <p:txBody>
          <a:bodyPr anchor="b">
            <a:noAutofit/>
          </a:bodyPr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31520" y="1828800"/>
            <a:ext cx="6135624" cy="4489704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7400544" y="0"/>
            <a:ext cx="4791456" cy="6858000"/>
          </a:xfr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 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9BC07157-DE89-FE2F-0547-2E4055913A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7382022" y="0"/>
            <a:ext cx="0" cy="6858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7A0C5A-6673-53CC-030B-67BA133D9741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 rot="5400000">
            <a:off x="-997745" y="4687095"/>
            <a:ext cx="2706690" cy="365125"/>
          </a:xfrm>
        </p:spPr>
        <p:txBody>
          <a:bodyPr/>
          <a:lstStyle/>
          <a:p>
            <a:fld id="{15E60134-513D-46AD-B558-0C7C6B869B04}" type="datetimeFigureOut">
              <a:rPr lang="en-IN" smtClean="0"/>
              <a:t>06-10-2026</a:t>
            </a:fld>
            <a:endParaRPr lang="en-IN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92521688-F793-E4F2-732B-EEE6F58B758E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 rot="16200000" flipH="1">
            <a:off x="-1131161" y="1592957"/>
            <a:ext cx="2973522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DDBE29E-7417-B57C-BA94-1DBC14BE461B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51117" y="6356350"/>
            <a:ext cx="574620" cy="365125"/>
          </a:xfrm>
        </p:spPr>
        <p:txBody>
          <a:bodyPr/>
          <a:lstStyle/>
          <a:p>
            <a:fld id="{A1F6D432-0264-4284-B15C-6E5563FBB13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2016199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320040"/>
            <a:ext cx="6858000" cy="932688"/>
          </a:xfrm>
        </p:spPr>
        <p:txBody>
          <a:bodyPr anchor="b">
            <a:noAutofit/>
          </a:bodyPr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31520" y="1380744"/>
            <a:ext cx="6858000" cy="498348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091732" y="0"/>
            <a:ext cx="4100267" cy="6858000"/>
          </a:xfr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 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3C626C00-7A36-46A2-880D-F484910B34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8077761" y="0"/>
            <a:ext cx="0" cy="6858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8FF6D8B-36A2-DF79-CDB9-885694DCA71D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 rot="5400000">
            <a:off x="-997745" y="4687095"/>
            <a:ext cx="2706690" cy="365125"/>
          </a:xfrm>
        </p:spPr>
        <p:txBody>
          <a:bodyPr/>
          <a:lstStyle/>
          <a:p>
            <a:fld id="{15E60134-513D-46AD-B558-0C7C6B869B04}" type="datetimeFigureOut">
              <a:rPr lang="en-IN" smtClean="0"/>
              <a:t>06-10-2026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A2396A-E38F-CC9C-7303-71F99D082082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 rot="16200000" flipH="1">
            <a:off x="-1131161" y="1592957"/>
            <a:ext cx="2973522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3B0E4B-031C-4F2A-1993-D824DD71F7DE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51117" y="6356350"/>
            <a:ext cx="574620" cy="365125"/>
          </a:xfrm>
        </p:spPr>
        <p:txBody>
          <a:bodyPr/>
          <a:lstStyle/>
          <a:p>
            <a:fld id="{A1F6D432-0264-4284-B15C-6E5563FBB13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4801219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583413"/>
            <a:ext cx="4361688" cy="1262639"/>
          </a:xfrm>
        </p:spPr>
        <p:txBody>
          <a:bodyPr anchor="b">
            <a:noAutofit/>
          </a:bodyPr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31520" y="1979461"/>
            <a:ext cx="4360863" cy="4329264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745480" y="0"/>
            <a:ext cx="6446520" cy="6858000"/>
          </a:xfr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 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481977D-48BC-F135-96F9-1655E4BEE6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5732126" y="0"/>
            <a:ext cx="0" cy="6858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Date Placeholder 2">
            <a:extLst>
              <a:ext uri="{FF2B5EF4-FFF2-40B4-BE49-F238E27FC236}">
                <a16:creationId xmlns:a16="http://schemas.microsoft.com/office/drawing/2014/main" id="{EA981C2C-E0DD-29A7-8209-50D664881524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 rot="5400000">
            <a:off x="-997745" y="4687095"/>
            <a:ext cx="2706690" cy="365125"/>
          </a:xfrm>
        </p:spPr>
        <p:txBody>
          <a:bodyPr/>
          <a:lstStyle/>
          <a:p>
            <a:fld id="{15E60134-513D-46AD-B558-0C7C6B869B04}" type="datetimeFigureOut">
              <a:rPr lang="en-IN" smtClean="0"/>
              <a:t>06-10-2026</a:t>
            </a:fld>
            <a:endParaRPr lang="en-IN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D205369F-8CCB-402F-9055-2BF12262B54D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 rot="16200000" flipH="1">
            <a:off x="-1131161" y="1592957"/>
            <a:ext cx="2973522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133591F2-4BD3-37D0-B00E-B2CD5F47A36C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51117" y="6356350"/>
            <a:ext cx="574620" cy="365125"/>
          </a:xfrm>
        </p:spPr>
        <p:txBody>
          <a:bodyPr/>
          <a:lstStyle/>
          <a:p>
            <a:fld id="{A1F6D432-0264-4284-B15C-6E5563FBB13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9497513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320040"/>
            <a:ext cx="4572000" cy="932688"/>
          </a:xfrm>
        </p:spPr>
        <p:txBody>
          <a:bodyPr anchor="b"/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31520" y="1380744"/>
            <a:ext cx="4572000" cy="498348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917720" y="0"/>
            <a:ext cx="6274279" cy="6858000"/>
          </a:xfr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 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B18BEB48-A052-9364-6EF6-F698004CA5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5911724" y="0"/>
            <a:ext cx="0" cy="6858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Date Placeholder 2">
            <a:extLst>
              <a:ext uri="{FF2B5EF4-FFF2-40B4-BE49-F238E27FC236}">
                <a16:creationId xmlns:a16="http://schemas.microsoft.com/office/drawing/2014/main" id="{417D8113-ECE6-D6F5-9CA4-C96A535F4799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 rot="5400000">
            <a:off x="-997745" y="4687095"/>
            <a:ext cx="2706690" cy="365125"/>
          </a:xfrm>
        </p:spPr>
        <p:txBody>
          <a:bodyPr/>
          <a:lstStyle/>
          <a:p>
            <a:fld id="{15E60134-513D-46AD-B558-0C7C6B869B04}" type="datetimeFigureOut">
              <a:rPr lang="en-IN" smtClean="0"/>
              <a:t>06-10-2026</a:t>
            </a:fld>
            <a:endParaRPr lang="en-IN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629A0137-F97A-8194-464D-3B7D4814A8AE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 rot="16200000" flipH="1">
            <a:off x="-1131161" y="1592957"/>
            <a:ext cx="2973522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E3FE5686-63A9-B1A1-5734-F96A96514650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51117" y="6356350"/>
            <a:ext cx="574620" cy="365125"/>
          </a:xfrm>
        </p:spPr>
        <p:txBody>
          <a:bodyPr/>
          <a:lstStyle/>
          <a:p>
            <a:fld id="{A1F6D432-0264-4284-B15C-6E5563FBB13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2385024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5012268"/>
            <a:ext cx="3739896" cy="1390330"/>
          </a:xfrm>
        </p:spPr>
        <p:txBody>
          <a:bodyPr anchor="t">
            <a:normAutofit/>
          </a:bodyPr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-1" y="0"/>
            <a:ext cx="12192000" cy="4635132"/>
          </a:xfr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 </a:t>
            </a:r>
          </a:p>
        </p:txBody>
      </p:sp>
      <p:sp>
        <p:nvSpPr>
          <p:cNvPr id="4" name="Footer Placeholder 5">
            <a:extLst>
              <a:ext uri="{FF2B5EF4-FFF2-40B4-BE49-F238E27FC236}">
                <a16:creationId xmlns:a16="http://schemas.microsoft.com/office/drawing/2014/main" id="{485E715F-A05B-F2BC-ABF4-447E9B58E0C2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 rot="16200000">
            <a:off x="-499001" y="5684309"/>
            <a:ext cx="1709209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846320" y="5012267"/>
            <a:ext cx="6400800" cy="1390330"/>
          </a:xfrm>
        </p:spPr>
        <p:txBody>
          <a:bodyPr>
            <a:noAutofit/>
          </a:bodyPr>
          <a:lstStyle>
            <a:lvl1pPr marL="0" indent="0">
              <a:buFont typeface="Arial" panose="020B0604020202020204" pitchFamily="34" charset="0"/>
              <a:buNone/>
              <a:defRPr sz="1800">
                <a:solidFill>
                  <a:schemeClr val="tx1"/>
                </a:solidFill>
              </a:defRPr>
            </a:lvl1pPr>
            <a:lvl2pPr marL="228600" indent="0">
              <a:buFont typeface="Arial" panose="020B0604020202020204" pitchFamily="34" charset="0"/>
              <a:buNone/>
              <a:defRPr sz="1600">
                <a:solidFill>
                  <a:schemeClr val="tx1"/>
                </a:solidFill>
              </a:defRPr>
            </a:lvl2pPr>
            <a:lvl3pPr marL="457200" indent="0">
              <a:buFont typeface="Arial" panose="020B0604020202020204" pitchFamily="34" charset="0"/>
              <a:buNone/>
              <a:defRPr sz="1400">
                <a:solidFill>
                  <a:schemeClr val="tx1"/>
                </a:solidFill>
              </a:defRPr>
            </a:lvl3pPr>
            <a:lvl4pPr marL="685800" indent="0">
              <a:buFont typeface="Arial" panose="020B0604020202020204" pitchFamily="34" charset="0"/>
              <a:buNone/>
              <a:defRPr sz="1200">
                <a:solidFill>
                  <a:schemeClr val="tx1"/>
                </a:solidFill>
              </a:defRPr>
            </a:lvl4pPr>
            <a:lvl5pPr marL="914400" indent="0">
              <a:buFont typeface="Arial" panose="020B0604020202020204" pitchFamily="34" charset="0"/>
              <a:buNone/>
              <a:defRPr sz="11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 rot="5400000">
            <a:off x="11173959" y="5435073"/>
            <a:ext cx="1210734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15E60134-513D-46AD-B558-0C7C6B869B04}" type="datetimeFigureOut">
              <a:rPr lang="en-IN" smtClean="0"/>
              <a:t>06-10-2026</a:t>
            </a:fld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A1F6D432-0264-4284-B15C-6E5563FBB13A}" type="slidenum">
              <a:rPr lang="en-IN" smtClean="0"/>
              <a:t>‹#›</a:t>
            </a:fld>
            <a:endParaRPr lang="en-IN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2A2B6090-1D21-5610-7943-4C4F96A6C7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0" y="4638230"/>
            <a:ext cx="12191996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8651521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4882896"/>
            <a:ext cx="3657603" cy="1453896"/>
          </a:xfrm>
        </p:spPr>
        <p:txBody>
          <a:bodyPr anchor="t">
            <a:normAutofit/>
          </a:bodyPr>
          <a:lstStyle>
            <a:lvl1pPr algn="ctr"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IN"/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838F5DE0-1AA8-5320-EBEC-7B2EEF39963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731520" y="548642"/>
            <a:ext cx="3490175" cy="4041647"/>
          </a:xfrm>
          <a:custGeom>
            <a:avLst/>
            <a:gdLst>
              <a:gd name="connsiteX0" fmla="*/ 1745088 w 3490175"/>
              <a:gd name="connsiteY0" fmla="*/ 0 h 4041647"/>
              <a:gd name="connsiteX1" fmla="*/ 3490175 w 3490175"/>
              <a:gd name="connsiteY1" fmla="*/ 1745088 h 4041647"/>
              <a:gd name="connsiteX2" fmla="*/ 3490175 w 3490175"/>
              <a:gd name="connsiteY2" fmla="*/ 3141232 h 4041647"/>
              <a:gd name="connsiteX3" fmla="*/ 3490175 w 3490175"/>
              <a:gd name="connsiteY3" fmla="*/ 3490175 h 4041647"/>
              <a:gd name="connsiteX4" fmla="*/ 3490175 w 3490175"/>
              <a:gd name="connsiteY4" fmla="*/ 4041647 h 4041647"/>
              <a:gd name="connsiteX5" fmla="*/ 0 w 3490175"/>
              <a:gd name="connsiteY5" fmla="*/ 4041647 h 4041647"/>
              <a:gd name="connsiteX6" fmla="*/ 0 w 3490175"/>
              <a:gd name="connsiteY6" fmla="*/ 3490175 h 4041647"/>
              <a:gd name="connsiteX7" fmla="*/ 0 w 3490175"/>
              <a:gd name="connsiteY7" fmla="*/ 3141232 h 4041647"/>
              <a:gd name="connsiteX8" fmla="*/ 0 w 3490175"/>
              <a:gd name="connsiteY8" fmla="*/ 1745088 h 4041647"/>
              <a:gd name="connsiteX9" fmla="*/ 1745088 w 3490175"/>
              <a:gd name="connsiteY9" fmla="*/ 0 h 40416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3490175" h="4041647">
                <a:moveTo>
                  <a:pt x="1745088" y="0"/>
                </a:moveTo>
                <a:cubicBezTo>
                  <a:pt x="2708873" y="0"/>
                  <a:pt x="3490175" y="781302"/>
                  <a:pt x="3490175" y="1745088"/>
                </a:cubicBezTo>
                <a:lnTo>
                  <a:pt x="3490175" y="3141232"/>
                </a:lnTo>
                <a:lnTo>
                  <a:pt x="3490175" y="3490175"/>
                </a:lnTo>
                <a:lnTo>
                  <a:pt x="3490175" y="4041647"/>
                </a:lnTo>
                <a:lnTo>
                  <a:pt x="0" y="4041647"/>
                </a:lnTo>
                <a:lnTo>
                  <a:pt x="0" y="3490175"/>
                </a:lnTo>
                <a:lnTo>
                  <a:pt x="0" y="3141232"/>
                </a:lnTo>
                <a:lnTo>
                  <a:pt x="0" y="1745088"/>
                </a:lnTo>
                <a:cubicBezTo>
                  <a:pt x="0" y="781302"/>
                  <a:pt x="781302" y="0"/>
                  <a:pt x="1745088" y="0"/>
                </a:cubicBezTo>
                <a:close/>
              </a:path>
            </a:pathLst>
          </a:custGeom>
          <a:blipFill dpi="0" rotWithShape="1">
            <a:blip r:embed="rId2">
              <a:alphaModFix amt="81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 w="6350">
            <a:solidFill>
              <a:schemeClr val="tx1"/>
            </a:solidFill>
          </a:ln>
        </p:spPr>
        <p:txBody>
          <a:bodyPr wrap="square"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3F7B03F-5EDA-605B-1A2E-F48896E489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937760" y="549275"/>
            <a:ext cx="6561138" cy="575945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15E60134-513D-46AD-B558-0C7C6B869B04}" type="datetimeFigureOut">
              <a:rPr lang="en-IN" smtClean="0"/>
              <a:t>06-10-2026</a:t>
            </a:fld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A1F6D432-0264-4284-B15C-6E5563FBB13A}" type="slidenum">
              <a:rPr lang="en-IN" smtClean="0"/>
              <a:t>‹#›</a:t>
            </a:fld>
            <a:endParaRPr lang="en-IN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619C3A72-7CAE-129F-7490-B687280EF1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4646117" y="0"/>
            <a:ext cx="0" cy="6858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9159636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8164" y="559341"/>
            <a:ext cx="10755670" cy="932688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9" name="Footer Placeholder 5">
            <a:extLst>
              <a:ext uri="{FF2B5EF4-FFF2-40B4-BE49-F238E27FC236}">
                <a16:creationId xmlns:a16="http://schemas.microsoft.com/office/drawing/2014/main" id="{3C89FBB9-2C05-A4C1-ECB4-D6A5C4219E42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 rot="16200000" flipH="1">
            <a:off x="-1131161" y="1592957"/>
            <a:ext cx="2973522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IN"/>
          </a:p>
        </p:txBody>
      </p:sp>
      <p:sp>
        <p:nvSpPr>
          <p:cNvPr id="3" name="Date Placeholder 4">
            <a:extLst>
              <a:ext uri="{FF2B5EF4-FFF2-40B4-BE49-F238E27FC236}">
                <a16:creationId xmlns:a16="http://schemas.microsoft.com/office/drawing/2014/main" id="{BBB07A11-50DE-6BC0-0514-6E2C14A47985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 rot="16200000" flipH="1">
            <a:off x="-997746" y="4594946"/>
            <a:ext cx="2706690" cy="365125"/>
          </a:xfrm>
        </p:spPr>
        <p:txBody>
          <a:bodyPr/>
          <a:lstStyle>
            <a:lvl1pPr algn="l">
              <a:defRPr>
                <a:solidFill>
                  <a:schemeClr val="tx1"/>
                </a:solidFill>
              </a:defRPr>
            </a:lvl1pPr>
          </a:lstStyle>
          <a:p>
            <a:fld id="{15E60134-513D-46AD-B558-0C7C6B869B04}" type="datetimeFigureOut">
              <a:rPr lang="en-IN" smtClean="0"/>
              <a:t>06-10-2026</a:t>
            </a:fld>
            <a:endParaRPr lang="en-IN"/>
          </a:p>
        </p:txBody>
      </p:sp>
      <p:sp>
        <p:nvSpPr>
          <p:cNvPr id="6" name="Slide Number Placeholder 6">
            <a:extLst>
              <a:ext uri="{FF2B5EF4-FFF2-40B4-BE49-F238E27FC236}">
                <a16:creationId xmlns:a16="http://schemas.microsoft.com/office/drawing/2014/main" id="{03ED5F49-F9F7-05A9-62AC-C9C8DF2EADE8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88569" y="6264201"/>
            <a:ext cx="57462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A1F6D432-0264-4284-B15C-6E5563FBB13A}" type="slidenum">
              <a:rPr lang="en-IN" smtClean="0"/>
              <a:t>‹#›</a:t>
            </a:fld>
            <a:endParaRPr lang="en-IN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11200" y="1713652"/>
            <a:ext cx="4387012" cy="46129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96F64025-FA05-CC42-8294-F944BC95DD0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658927" y="1713653"/>
            <a:ext cx="6533071" cy="5144347"/>
          </a:xfrm>
          <a:custGeom>
            <a:avLst/>
            <a:gdLst>
              <a:gd name="connsiteX0" fmla="*/ 0 w 6460672"/>
              <a:gd name="connsiteY0" fmla="*/ 0 h 5029200"/>
              <a:gd name="connsiteX1" fmla="*/ 6460672 w 6460672"/>
              <a:gd name="connsiteY1" fmla="*/ 0 h 5029200"/>
              <a:gd name="connsiteX2" fmla="*/ 6460672 w 6460672"/>
              <a:gd name="connsiteY2" fmla="*/ 5029200 h 5029200"/>
              <a:gd name="connsiteX3" fmla="*/ 0 w 6460672"/>
              <a:gd name="connsiteY3" fmla="*/ 5029200 h 5029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460672" h="5029200">
                <a:moveTo>
                  <a:pt x="0" y="0"/>
                </a:moveTo>
                <a:lnTo>
                  <a:pt x="6460672" y="0"/>
                </a:lnTo>
                <a:lnTo>
                  <a:pt x="6460672" y="5029200"/>
                </a:lnTo>
                <a:lnTo>
                  <a:pt x="0" y="5029200"/>
                </a:lnTo>
                <a:close/>
              </a:path>
            </a:pathLst>
          </a:custGeo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 vert="horz" wrap="square" lIns="91440" tIns="45720" rIns="91440" bIns="45720" rtlCol="0">
            <a:noAutofit/>
          </a:bodyPr>
          <a:lstStyle>
            <a:lvl1pPr marL="0" indent="0">
              <a:buFont typeface="Arial" panose="020B0604020202020204" pitchFamily="34" charset="0"/>
              <a:buNone/>
              <a:defRPr lang="en-US" dirty="0"/>
            </a:lvl1pPr>
          </a:lstStyle>
          <a:p>
            <a:pPr marL="285750" lvl="0" indent="-285750"/>
            <a:r>
              <a:rPr lang="en-US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42013455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umber Lar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>
            <a:extLst>
              <a:ext uri="{FF2B5EF4-FFF2-40B4-BE49-F238E27FC236}">
                <a16:creationId xmlns:a16="http://schemas.microsoft.com/office/drawing/2014/main" id="{B7BBF55A-D91F-143D-FBB6-73995F00EA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57400" y="4937761"/>
            <a:ext cx="6987537" cy="1353312"/>
          </a:xfrm>
        </p:spPr>
        <p:txBody>
          <a:bodyPr anchor="t">
            <a:normAutofit/>
          </a:bodyPr>
          <a:lstStyle>
            <a:lvl1pPr>
              <a:lnSpc>
                <a:spcPct val="110000"/>
              </a:lnSpc>
              <a:spcBef>
                <a:spcPts val="1000"/>
              </a:spcBef>
              <a:defRPr sz="2800" cap="none" baseline="0"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IN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072A4B4E-0B2F-F1BB-322A-713D1FB5F2FE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2057400" y="549021"/>
            <a:ext cx="9455150" cy="4333875"/>
          </a:xfrm>
        </p:spPr>
        <p:txBody>
          <a:bodyPr anchor="b">
            <a:normAutofit/>
          </a:bodyPr>
          <a:lstStyle>
            <a:lvl1pPr>
              <a:defRPr sz="23200">
                <a:latin typeface="+mj-lt"/>
              </a:defRPr>
            </a:lvl1pPr>
          </a:lstStyle>
          <a:p>
            <a:pPr lvl="0"/>
            <a:r>
              <a:rPr lang="en-US"/>
              <a:t>##%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15E60134-513D-46AD-B558-0C7C6B869B04}" type="datetimeFigureOut">
              <a:rPr lang="en-IN" smtClean="0"/>
              <a:t>06-10-2026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A1F6D432-0264-4284-B15C-6E5563FBB13A}" type="slidenum">
              <a:rPr lang="en-IN" smtClean="0"/>
              <a:t>‹#›</a:t>
            </a:fld>
            <a:endParaRPr lang="en-IN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8546D47F-2AE5-2705-911C-52BBD6B7D8EA}"/>
              </a:ext>
            </a:extLst>
          </p:cNvPr>
          <p:cNvCxnSpPr>
            <a:cxnSpLocks/>
          </p:cNvCxnSpPr>
          <p:nvPr/>
        </p:nvCxnSpPr>
        <p:spPr>
          <a:xfrm flipV="1">
            <a:off x="1371600" y="0"/>
            <a:ext cx="0" cy="6858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3066898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12648" y="-1228126"/>
            <a:ext cx="10652760" cy="1133856"/>
          </a:xfrm>
        </p:spPr>
        <p:txBody>
          <a:bodyPr/>
          <a:lstStyle>
            <a:lvl1pPr>
              <a:defRPr cap="none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IN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AA4897F-B66E-DAD4-F56C-6152B417CC5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2624138" y="2268748"/>
            <a:ext cx="6943724" cy="3954255"/>
          </a:xfrm>
        </p:spPr>
        <p:txBody>
          <a:bodyPr anchor="ctr" anchorCtr="0">
            <a:noAutofit/>
          </a:bodyPr>
          <a:lstStyle>
            <a:lvl1pPr marL="0" indent="0" algn="ctr">
              <a:lnSpc>
                <a:spcPct val="110000"/>
              </a:lnSpc>
              <a:buNone/>
              <a:defRPr sz="4400" b="0" cap="all" baseline="0">
                <a:solidFill>
                  <a:schemeClr val="tx1"/>
                </a:solidFill>
              </a:defRPr>
            </a:lvl1pPr>
            <a:lvl2pPr marL="228600" indent="0" algn="ctr">
              <a:lnSpc>
                <a:spcPct val="110000"/>
              </a:lnSpc>
              <a:buNone/>
              <a:defRPr sz="4400" b="0" cap="all" baseline="0">
                <a:solidFill>
                  <a:schemeClr val="tx1"/>
                </a:solidFill>
              </a:defRPr>
            </a:lvl2pPr>
            <a:lvl3pPr marL="457200" indent="0" algn="ctr">
              <a:lnSpc>
                <a:spcPct val="110000"/>
              </a:lnSpc>
              <a:buNone/>
              <a:defRPr sz="4400" b="0" cap="all" baseline="0">
                <a:solidFill>
                  <a:schemeClr val="tx1"/>
                </a:solidFill>
              </a:defRPr>
            </a:lvl3pPr>
            <a:lvl4pPr marL="685800" indent="0" algn="ctr">
              <a:lnSpc>
                <a:spcPct val="110000"/>
              </a:lnSpc>
              <a:buNone/>
              <a:defRPr sz="4400" b="0" cap="all" baseline="0">
                <a:solidFill>
                  <a:schemeClr val="tx1"/>
                </a:solidFill>
              </a:defRPr>
            </a:lvl4pPr>
            <a:lvl5pPr marL="914400" indent="0" algn="ctr">
              <a:lnSpc>
                <a:spcPct val="110000"/>
              </a:lnSpc>
              <a:buNone/>
              <a:defRPr sz="4400" b="0" cap="all" baseline="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add Statement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15E60134-513D-46AD-B558-0C7C6B869B04}" type="datetimeFigureOut">
              <a:rPr lang="en-IN" smtClean="0"/>
              <a:t>06-10-2026</a:t>
            </a:fld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A1F6D432-0264-4284-B15C-6E5563FBB13A}" type="slidenum">
              <a:rPr lang="en-IN" smtClean="0"/>
              <a:t>‹#›</a:t>
            </a:fld>
            <a:endParaRPr lang="en-IN"/>
          </a:p>
        </p:txBody>
      </p:sp>
      <p:sp>
        <p:nvSpPr>
          <p:cNvPr id="6" name="Freeform: Shape 15">
            <a:extLst>
              <a:ext uri="{FF2B5EF4-FFF2-40B4-BE49-F238E27FC236}">
                <a16:creationId xmlns:a16="http://schemas.microsoft.com/office/drawing/2014/main" id="{8EFA7EFC-C6F9-B1D5-025F-824C1CE9A2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6200000">
            <a:off x="3057205" y="-1430380"/>
            <a:ext cx="6077590" cy="10510705"/>
          </a:xfrm>
          <a:custGeom>
            <a:avLst/>
            <a:gdLst>
              <a:gd name="connsiteX0" fmla="*/ 5325805 w 5325805"/>
              <a:gd name="connsiteY0" fmla="*/ 2714782 h 5429563"/>
              <a:gd name="connsiteX1" fmla="*/ 2611024 w 5325805"/>
              <a:gd name="connsiteY1" fmla="*/ 5429563 h 5429563"/>
              <a:gd name="connsiteX2" fmla="*/ 1942188 w 5325805"/>
              <a:gd name="connsiteY2" fmla="*/ 5429563 h 5429563"/>
              <a:gd name="connsiteX3" fmla="*/ 668836 w 5325805"/>
              <a:gd name="connsiteY3" fmla="*/ 5429563 h 5429563"/>
              <a:gd name="connsiteX4" fmla="*/ 0 w 5325805"/>
              <a:gd name="connsiteY4" fmla="*/ 5429563 h 5429563"/>
              <a:gd name="connsiteX5" fmla="*/ 0 w 5325805"/>
              <a:gd name="connsiteY5" fmla="*/ 0 h 5429563"/>
              <a:gd name="connsiteX6" fmla="*/ 668836 w 5325805"/>
              <a:gd name="connsiteY6" fmla="*/ 0 h 5429563"/>
              <a:gd name="connsiteX7" fmla="*/ 1942188 w 5325805"/>
              <a:gd name="connsiteY7" fmla="*/ 0 h 5429563"/>
              <a:gd name="connsiteX8" fmla="*/ 2611024 w 5325805"/>
              <a:gd name="connsiteY8" fmla="*/ 0 h 5429563"/>
              <a:gd name="connsiteX9" fmla="*/ 5325805 w 5325805"/>
              <a:gd name="connsiteY9" fmla="*/ 2714782 h 5429563"/>
              <a:gd name="connsiteX0" fmla="*/ 668836 w 5325805"/>
              <a:gd name="connsiteY0" fmla="*/ 5429563 h 5476799"/>
              <a:gd name="connsiteX1" fmla="*/ 0 w 5325805"/>
              <a:gd name="connsiteY1" fmla="*/ 5429563 h 5476799"/>
              <a:gd name="connsiteX2" fmla="*/ 0 w 5325805"/>
              <a:gd name="connsiteY2" fmla="*/ 0 h 5476799"/>
              <a:gd name="connsiteX3" fmla="*/ 668836 w 5325805"/>
              <a:gd name="connsiteY3" fmla="*/ 0 h 5476799"/>
              <a:gd name="connsiteX4" fmla="*/ 1942188 w 5325805"/>
              <a:gd name="connsiteY4" fmla="*/ 0 h 5476799"/>
              <a:gd name="connsiteX5" fmla="*/ 2611024 w 5325805"/>
              <a:gd name="connsiteY5" fmla="*/ 0 h 5476799"/>
              <a:gd name="connsiteX6" fmla="*/ 5325805 w 5325805"/>
              <a:gd name="connsiteY6" fmla="*/ 2714782 h 5476799"/>
              <a:gd name="connsiteX7" fmla="*/ 2611024 w 5325805"/>
              <a:gd name="connsiteY7" fmla="*/ 5429563 h 5476799"/>
              <a:gd name="connsiteX8" fmla="*/ 1942188 w 5325805"/>
              <a:gd name="connsiteY8" fmla="*/ 5429563 h 5476799"/>
              <a:gd name="connsiteX9" fmla="*/ 716072 w 5325805"/>
              <a:gd name="connsiteY9" fmla="*/ 5476799 h 5476799"/>
              <a:gd name="connsiteX0" fmla="*/ 668836 w 5325805"/>
              <a:gd name="connsiteY0" fmla="*/ 5429563 h 5429563"/>
              <a:gd name="connsiteX1" fmla="*/ 0 w 5325805"/>
              <a:gd name="connsiteY1" fmla="*/ 5429563 h 5429563"/>
              <a:gd name="connsiteX2" fmla="*/ 0 w 5325805"/>
              <a:gd name="connsiteY2" fmla="*/ 0 h 5429563"/>
              <a:gd name="connsiteX3" fmla="*/ 668836 w 5325805"/>
              <a:gd name="connsiteY3" fmla="*/ 0 h 5429563"/>
              <a:gd name="connsiteX4" fmla="*/ 1942188 w 5325805"/>
              <a:gd name="connsiteY4" fmla="*/ 0 h 5429563"/>
              <a:gd name="connsiteX5" fmla="*/ 2611024 w 5325805"/>
              <a:gd name="connsiteY5" fmla="*/ 0 h 5429563"/>
              <a:gd name="connsiteX6" fmla="*/ 5325805 w 5325805"/>
              <a:gd name="connsiteY6" fmla="*/ 2714782 h 5429563"/>
              <a:gd name="connsiteX7" fmla="*/ 2611024 w 5325805"/>
              <a:gd name="connsiteY7" fmla="*/ 5429563 h 5429563"/>
              <a:gd name="connsiteX8" fmla="*/ 1942188 w 5325805"/>
              <a:gd name="connsiteY8" fmla="*/ 5429563 h 5429563"/>
              <a:gd name="connsiteX0" fmla="*/ 0 w 5325805"/>
              <a:gd name="connsiteY0" fmla="*/ 5429563 h 5429563"/>
              <a:gd name="connsiteX1" fmla="*/ 0 w 5325805"/>
              <a:gd name="connsiteY1" fmla="*/ 0 h 5429563"/>
              <a:gd name="connsiteX2" fmla="*/ 668836 w 5325805"/>
              <a:gd name="connsiteY2" fmla="*/ 0 h 5429563"/>
              <a:gd name="connsiteX3" fmla="*/ 1942188 w 5325805"/>
              <a:gd name="connsiteY3" fmla="*/ 0 h 5429563"/>
              <a:gd name="connsiteX4" fmla="*/ 2611024 w 5325805"/>
              <a:gd name="connsiteY4" fmla="*/ 0 h 5429563"/>
              <a:gd name="connsiteX5" fmla="*/ 5325805 w 5325805"/>
              <a:gd name="connsiteY5" fmla="*/ 2714782 h 5429563"/>
              <a:gd name="connsiteX6" fmla="*/ 2611024 w 5325805"/>
              <a:gd name="connsiteY6" fmla="*/ 5429563 h 5429563"/>
              <a:gd name="connsiteX7" fmla="*/ 1942188 w 5325805"/>
              <a:gd name="connsiteY7" fmla="*/ 5429563 h 5429563"/>
              <a:gd name="connsiteX0" fmla="*/ 0 w 5325805"/>
              <a:gd name="connsiteY0" fmla="*/ 0 h 5429563"/>
              <a:gd name="connsiteX1" fmla="*/ 668836 w 5325805"/>
              <a:gd name="connsiteY1" fmla="*/ 0 h 5429563"/>
              <a:gd name="connsiteX2" fmla="*/ 1942188 w 5325805"/>
              <a:gd name="connsiteY2" fmla="*/ 0 h 5429563"/>
              <a:gd name="connsiteX3" fmla="*/ 2611024 w 5325805"/>
              <a:gd name="connsiteY3" fmla="*/ 0 h 5429563"/>
              <a:gd name="connsiteX4" fmla="*/ 5325805 w 5325805"/>
              <a:gd name="connsiteY4" fmla="*/ 2714782 h 5429563"/>
              <a:gd name="connsiteX5" fmla="*/ 2611024 w 5325805"/>
              <a:gd name="connsiteY5" fmla="*/ 5429563 h 5429563"/>
              <a:gd name="connsiteX6" fmla="*/ 1942188 w 5325805"/>
              <a:gd name="connsiteY6" fmla="*/ 5429563 h 5429563"/>
              <a:gd name="connsiteX0" fmla="*/ 0 w 4656969"/>
              <a:gd name="connsiteY0" fmla="*/ 0 h 5429563"/>
              <a:gd name="connsiteX1" fmla="*/ 1273352 w 4656969"/>
              <a:gd name="connsiteY1" fmla="*/ 0 h 5429563"/>
              <a:gd name="connsiteX2" fmla="*/ 1942188 w 4656969"/>
              <a:gd name="connsiteY2" fmla="*/ 0 h 5429563"/>
              <a:gd name="connsiteX3" fmla="*/ 4656969 w 4656969"/>
              <a:gd name="connsiteY3" fmla="*/ 2714782 h 5429563"/>
              <a:gd name="connsiteX4" fmla="*/ 1942188 w 4656969"/>
              <a:gd name="connsiteY4" fmla="*/ 5429563 h 5429563"/>
              <a:gd name="connsiteX5" fmla="*/ 1273352 w 4656969"/>
              <a:gd name="connsiteY5" fmla="*/ 5429563 h 5429563"/>
              <a:gd name="connsiteX0" fmla="*/ 0 w 3383617"/>
              <a:gd name="connsiteY0" fmla="*/ 0 h 5429563"/>
              <a:gd name="connsiteX1" fmla="*/ 668836 w 3383617"/>
              <a:gd name="connsiteY1" fmla="*/ 0 h 5429563"/>
              <a:gd name="connsiteX2" fmla="*/ 3383617 w 3383617"/>
              <a:gd name="connsiteY2" fmla="*/ 2714782 h 5429563"/>
              <a:gd name="connsiteX3" fmla="*/ 668836 w 3383617"/>
              <a:gd name="connsiteY3" fmla="*/ 5429563 h 5429563"/>
              <a:gd name="connsiteX4" fmla="*/ 0 w 3383617"/>
              <a:gd name="connsiteY4" fmla="*/ 5429563 h 5429563"/>
              <a:gd name="connsiteX0" fmla="*/ 0 w 3383617"/>
              <a:gd name="connsiteY0" fmla="*/ 0 h 5429563"/>
              <a:gd name="connsiteX1" fmla="*/ 248198 w 3383617"/>
              <a:gd name="connsiteY1" fmla="*/ 41 h 5429563"/>
              <a:gd name="connsiteX2" fmla="*/ 668836 w 3383617"/>
              <a:gd name="connsiteY2" fmla="*/ 0 h 5429563"/>
              <a:gd name="connsiteX3" fmla="*/ 3383617 w 3383617"/>
              <a:gd name="connsiteY3" fmla="*/ 2714782 h 5429563"/>
              <a:gd name="connsiteX4" fmla="*/ 668836 w 3383617"/>
              <a:gd name="connsiteY4" fmla="*/ 5429563 h 5429563"/>
              <a:gd name="connsiteX5" fmla="*/ 0 w 3383617"/>
              <a:gd name="connsiteY5" fmla="*/ 5429563 h 5429563"/>
              <a:gd name="connsiteX0" fmla="*/ 248198 w 3383617"/>
              <a:gd name="connsiteY0" fmla="*/ 41 h 5429563"/>
              <a:gd name="connsiteX1" fmla="*/ 668836 w 3383617"/>
              <a:gd name="connsiteY1" fmla="*/ 0 h 5429563"/>
              <a:gd name="connsiteX2" fmla="*/ 3383617 w 3383617"/>
              <a:gd name="connsiteY2" fmla="*/ 2714782 h 5429563"/>
              <a:gd name="connsiteX3" fmla="*/ 668836 w 3383617"/>
              <a:gd name="connsiteY3" fmla="*/ 5429563 h 5429563"/>
              <a:gd name="connsiteX4" fmla="*/ 0 w 3383617"/>
              <a:gd name="connsiteY4" fmla="*/ 5429563 h 5429563"/>
              <a:gd name="connsiteX0" fmla="*/ 4110 w 3139529"/>
              <a:gd name="connsiteY0" fmla="*/ 41 h 5429563"/>
              <a:gd name="connsiteX1" fmla="*/ 424748 w 3139529"/>
              <a:gd name="connsiteY1" fmla="*/ 0 h 5429563"/>
              <a:gd name="connsiteX2" fmla="*/ 3139529 w 3139529"/>
              <a:gd name="connsiteY2" fmla="*/ 2714782 h 5429563"/>
              <a:gd name="connsiteX3" fmla="*/ 424748 w 3139529"/>
              <a:gd name="connsiteY3" fmla="*/ 5429563 h 5429563"/>
              <a:gd name="connsiteX4" fmla="*/ 0 w 3139529"/>
              <a:gd name="connsiteY4" fmla="*/ 5429563 h 54295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139529" h="5429563">
                <a:moveTo>
                  <a:pt x="4110" y="41"/>
                </a:moveTo>
                <a:lnTo>
                  <a:pt x="424748" y="0"/>
                </a:lnTo>
                <a:cubicBezTo>
                  <a:pt x="1924080" y="0"/>
                  <a:pt x="3139529" y="1215450"/>
                  <a:pt x="3139529" y="2714782"/>
                </a:cubicBezTo>
                <a:cubicBezTo>
                  <a:pt x="3139529" y="4214114"/>
                  <a:pt x="1924080" y="5429563"/>
                  <a:pt x="424748" y="5429563"/>
                </a:cubicBezTo>
                <a:lnTo>
                  <a:pt x="0" y="5429563"/>
                </a:lnTo>
              </a:path>
            </a:pathLst>
          </a:cu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6166115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>
            <a:extLst>
              <a:ext uri="{FF2B5EF4-FFF2-40B4-BE49-F238E27FC236}">
                <a16:creationId xmlns:a16="http://schemas.microsoft.com/office/drawing/2014/main" id="{16D87B9B-22A3-322E-B7E8-223255AD095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940168" y="5669280"/>
            <a:ext cx="6311664" cy="466344"/>
          </a:xfrm>
        </p:spPr>
        <p:txBody>
          <a:bodyPr anchor="ctr">
            <a:normAutofit/>
          </a:bodyPr>
          <a:lstStyle>
            <a:lvl1pPr algn="ctr">
              <a:lnSpc>
                <a:spcPct val="110000"/>
              </a:lnSpc>
              <a:spcBef>
                <a:spcPts val="1000"/>
              </a:spcBef>
              <a:defRPr sz="1800" cap="all" baseline="0">
                <a:latin typeface="+mn-lt"/>
              </a:defRPr>
            </a:lvl1pPr>
          </a:lstStyle>
          <a:p>
            <a:r>
              <a:rPr lang="en-US"/>
              <a:t>Quote Author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IN"/>
          </a:p>
        </p:txBody>
      </p:sp>
      <p:sp>
        <p:nvSpPr>
          <p:cNvPr id="8" name="Content Placeholder 8">
            <a:extLst>
              <a:ext uri="{FF2B5EF4-FFF2-40B4-BE49-F238E27FC236}">
                <a16:creationId xmlns:a16="http://schemas.microsoft.com/office/drawing/2014/main" id="{6A9BC83F-8FE5-5223-2B3A-6E122D336309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2597135" y="1744578"/>
            <a:ext cx="6997730" cy="3507906"/>
          </a:xfrm>
        </p:spPr>
        <p:txBody>
          <a:bodyPr anchor="b">
            <a:norm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6000" cap="all" baseline="0">
                <a:latin typeface="+mn-lt"/>
              </a:defRPr>
            </a:lvl1pPr>
          </a:lstStyle>
          <a:p>
            <a:pPr lvl="0"/>
            <a:r>
              <a:rPr lang="en-US"/>
              <a:t>Click to add Quote</a:t>
            </a:r>
          </a:p>
        </p:txBody>
      </p:sp>
      <p:sp>
        <p:nvSpPr>
          <p:cNvPr id="9" name="Freeform: Shape 15">
            <a:extLst>
              <a:ext uri="{FF2B5EF4-FFF2-40B4-BE49-F238E27FC236}">
                <a16:creationId xmlns:a16="http://schemas.microsoft.com/office/drawing/2014/main" id="{9F353A57-FA3C-A68C-4908-E774A52CB1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6200000">
            <a:off x="2811380" y="-1681974"/>
            <a:ext cx="6569242" cy="10510705"/>
          </a:xfrm>
          <a:custGeom>
            <a:avLst/>
            <a:gdLst>
              <a:gd name="connsiteX0" fmla="*/ 5325805 w 5325805"/>
              <a:gd name="connsiteY0" fmla="*/ 2714782 h 5429563"/>
              <a:gd name="connsiteX1" fmla="*/ 2611024 w 5325805"/>
              <a:gd name="connsiteY1" fmla="*/ 5429563 h 5429563"/>
              <a:gd name="connsiteX2" fmla="*/ 1942188 w 5325805"/>
              <a:gd name="connsiteY2" fmla="*/ 5429563 h 5429563"/>
              <a:gd name="connsiteX3" fmla="*/ 668836 w 5325805"/>
              <a:gd name="connsiteY3" fmla="*/ 5429563 h 5429563"/>
              <a:gd name="connsiteX4" fmla="*/ 0 w 5325805"/>
              <a:gd name="connsiteY4" fmla="*/ 5429563 h 5429563"/>
              <a:gd name="connsiteX5" fmla="*/ 0 w 5325805"/>
              <a:gd name="connsiteY5" fmla="*/ 0 h 5429563"/>
              <a:gd name="connsiteX6" fmla="*/ 668836 w 5325805"/>
              <a:gd name="connsiteY6" fmla="*/ 0 h 5429563"/>
              <a:gd name="connsiteX7" fmla="*/ 1942188 w 5325805"/>
              <a:gd name="connsiteY7" fmla="*/ 0 h 5429563"/>
              <a:gd name="connsiteX8" fmla="*/ 2611024 w 5325805"/>
              <a:gd name="connsiteY8" fmla="*/ 0 h 5429563"/>
              <a:gd name="connsiteX9" fmla="*/ 5325805 w 5325805"/>
              <a:gd name="connsiteY9" fmla="*/ 2714782 h 5429563"/>
              <a:gd name="connsiteX0" fmla="*/ 668836 w 5325805"/>
              <a:gd name="connsiteY0" fmla="*/ 5429563 h 5476799"/>
              <a:gd name="connsiteX1" fmla="*/ 0 w 5325805"/>
              <a:gd name="connsiteY1" fmla="*/ 5429563 h 5476799"/>
              <a:gd name="connsiteX2" fmla="*/ 0 w 5325805"/>
              <a:gd name="connsiteY2" fmla="*/ 0 h 5476799"/>
              <a:gd name="connsiteX3" fmla="*/ 668836 w 5325805"/>
              <a:gd name="connsiteY3" fmla="*/ 0 h 5476799"/>
              <a:gd name="connsiteX4" fmla="*/ 1942188 w 5325805"/>
              <a:gd name="connsiteY4" fmla="*/ 0 h 5476799"/>
              <a:gd name="connsiteX5" fmla="*/ 2611024 w 5325805"/>
              <a:gd name="connsiteY5" fmla="*/ 0 h 5476799"/>
              <a:gd name="connsiteX6" fmla="*/ 5325805 w 5325805"/>
              <a:gd name="connsiteY6" fmla="*/ 2714782 h 5476799"/>
              <a:gd name="connsiteX7" fmla="*/ 2611024 w 5325805"/>
              <a:gd name="connsiteY7" fmla="*/ 5429563 h 5476799"/>
              <a:gd name="connsiteX8" fmla="*/ 1942188 w 5325805"/>
              <a:gd name="connsiteY8" fmla="*/ 5429563 h 5476799"/>
              <a:gd name="connsiteX9" fmla="*/ 716072 w 5325805"/>
              <a:gd name="connsiteY9" fmla="*/ 5476799 h 5476799"/>
              <a:gd name="connsiteX0" fmla="*/ 668836 w 5325805"/>
              <a:gd name="connsiteY0" fmla="*/ 5429563 h 5429563"/>
              <a:gd name="connsiteX1" fmla="*/ 0 w 5325805"/>
              <a:gd name="connsiteY1" fmla="*/ 5429563 h 5429563"/>
              <a:gd name="connsiteX2" fmla="*/ 0 w 5325805"/>
              <a:gd name="connsiteY2" fmla="*/ 0 h 5429563"/>
              <a:gd name="connsiteX3" fmla="*/ 668836 w 5325805"/>
              <a:gd name="connsiteY3" fmla="*/ 0 h 5429563"/>
              <a:gd name="connsiteX4" fmla="*/ 1942188 w 5325805"/>
              <a:gd name="connsiteY4" fmla="*/ 0 h 5429563"/>
              <a:gd name="connsiteX5" fmla="*/ 2611024 w 5325805"/>
              <a:gd name="connsiteY5" fmla="*/ 0 h 5429563"/>
              <a:gd name="connsiteX6" fmla="*/ 5325805 w 5325805"/>
              <a:gd name="connsiteY6" fmla="*/ 2714782 h 5429563"/>
              <a:gd name="connsiteX7" fmla="*/ 2611024 w 5325805"/>
              <a:gd name="connsiteY7" fmla="*/ 5429563 h 5429563"/>
              <a:gd name="connsiteX8" fmla="*/ 1942188 w 5325805"/>
              <a:gd name="connsiteY8" fmla="*/ 5429563 h 5429563"/>
              <a:gd name="connsiteX0" fmla="*/ 0 w 5325805"/>
              <a:gd name="connsiteY0" fmla="*/ 5429563 h 5429563"/>
              <a:gd name="connsiteX1" fmla="*/ 0 w 5325805"/>
              <a:gd name="connsiteY1" fmla="*/ 0 h 5429563"/>
              <a:gd name="connsiteX2" fmla="*/ 668836 w 5325805"/>
              <a:gd name="connsiteY2" fmla="*/ 0 h 5429563"/>
              <a:gd name="connsiteX3" fmla="*/ 1942188 w 5325805"/>
              <a:gd name="connsiteY3" fmla="*/ 0 h 5429563"/>
              <a:gd name="connsiteX4" fmla="*/ 2611024 w 5325805"/>
              <a:gd name="connsiteY4" fmla="*/ 0 h 5429563"/>
              <a:gd name="connsiteX5" fmla="*/ 5325805 w 5325805"/>
              <a:gd name="connsiteY5" fmla="*/ 2714782 h 5429563"/>
              <a:gd name="connsiteX6" fmla="*/ 2611024 w 5325805"/>
              <a:gd name="connsiteY6" fmla="*/ 5429563 h 5429563"/>
              <a:gd name="connsiteX7" fmla="*/ 1942188 w 5325805"/>
              <a:gd name="connsiteY7" fmla="*/ 5429563 h 5429563"/>
              <a:gd name="connsiteX0" fmla="*/ 0 w 5325805"/>
              <a:gd name="connsiteY0" fmla="*/ 0 h 5429563"/>
              <a:gd name="connsiteX1" fmla="*/ 668836 w 5325805"/>
              <a:gd name="connsiteY1" fmla="*/ 0 h 5429563"/>
              <a:gd name="connsiteX2" fmla="*/ 1942188 w 5325805"/>
              <a:gd name="connsiteY2" fmla="*/ 0 h 5429563"/>
              <a:gd name="connsiteX3" fmla="*/ 2611024 w 5325805"/>
              <a:gd name="connsiteY3" fmla="*/ 0 h 5429563"/>
              <a:gd name="connsiteX4" fmla="*/ 5325805 w 5325805"/>
              <a:gd name="connsiteY4" fmla="*/ 2714782 h 5429563"/>
              <a:gd name="connsiteX5" fmla="*/ 2611024 w 5325805"/>
              <a:gd name="connsiteY5" fmla="*/ 5429563 h 5429563"/>
              <a:gd name="connsiteX6" fmla="*/ 1942188 w 5325805"/>
              <a:gd name="connsiteY6" fmla="*/ 5429563 h 5429563"/>
              <a:gd name="connsiteX0" fmla="*/ 0 w 4656969"/>
              <a:gd name="connsiteY0" fmla="*/ 0 h 5429563"/>
              <a:gd name="connsiteX1" fmla="*/ 1273352 w 4656969"/>
              <a:gd name="connsiteY1" fmla="*/ 0 h 5429563"/>
              <a:gd name="connsiteX2" fmla="*/ 1942188 w 4656969"/>
              <a:gd name="connsiteY2" fmla="*/ 0 h 5429563"/>
              <a:gd name="connsiteX3" fmla="*/ 4656969 w 4656969"/>
              <a:gd name="connsiteY3" fmla="*/ 2714782 h 5429563"/>
              <a:gd name="connsiteX4" fmla="*/ 1942188 w 4656969"/>
              <a:gd name="connsiteY4" fmla="*/ 5429563 h 5429563"/>
              <a:gd name="connsiteX5" fmla="*/ 1273352 w 4656969"/>
              <a:gd name="connsiteY5" fmla="*/ 5429563 h 5429563"/>
              <a:gd name="connsiteX0" fmla="*/ 0 w 3383617"/>
              <a:gd name="connsiteY0" fmla="*/ 0 h 5429563"/>
              <a:gd name="connsiteX1" fmla="*/ 668836 w 3383617"/>
              <a:gd name="connsiteY1" fmla="*/ 0 h 5429563"/>
              <a:gd name="connsiteX2" fmla="*/ 3383617 w 3383617"/>
              <a:gd name="connsiteY2" fmla="*/ 2714782 h 5429563"/>
              <a:gd name="connsiteX3" fmla="*/ 668836 w 3383617"/>
              <a:gd name="connsiteY3" fmla="*/ 5429563 h 5429563"/>
              <a:gd name="connsiteX4" fmla="*/ 0 w 3383617"/>
              <a:gd name="connsiteY4" fmla="*/ 5429563 h 5429563"/>
              <a:gd name="connsiteX0" fmla="*/ 0 w 3383617"/>
              <a:gd name="connsiteY0" fmla="*/ 0 h 5429563"/>
              <a:gd name="connsiteX1" fmla="*/ 248198 w 3383617"/>
              <a:gd name="connsiteY1" fmla="*/ 41 h 5429563"/>
              <a:gd name="connsiteX2" fmla="*/ 668836 w 3383617"/>
              <a:gd name="connsiteY2" fmla="*/ 0 h 5429563"/>
              <a:gd name="connsiteX3" fmla="*/ 3383617 w 3383617"/>
              <a:gd name="connsiteY3" fmla="*/ 2714782 h 5429563"/>
              <a:gd name="connsiteX4" fmla="*/ 668836 w 3383617"/>
              <a:gd name="connsiteY4" fmla="*/ 5429563 h 5429563"/>
              <a:gd name="connsiteX5" fmla="*/ 0 w 3383617"/>
              <a:gd name="connsiteY5" fmla="*/ 5429563 h 5429563"/>
              <a:gd name="connsiteX0" fmla="*/ 248198 w 3383617"/>
              <a:gd name="connsiteY0" fmla="*/ 41 h 5429563"/>
              <a:gd name="connsiteX1" fmla="*/ 668836 w 3383617"/>
              <a:gd name="connsiteY1" fmla="*/ 0 h 5429563"/>
              <a:gd name="connsiteX2" fmla="*/ 3383617 w 3383617"/>
              <a:gd name="connsiteY2" fmla="*/ 2714782 h 5429563"/>
              <a:gd name="connsiteX3" fmla="*/ 668836 w 3383617"/>
              <a:gd name="connsiteY3" fmla="*/ 5429563 h 5429563"/>
              <a:gd name="connsiteX4" fmla="*/ 0 w 3383617"/>
              <a:gd name="connsiteY4" fmla="*/ 5429563 h 5429563"/>
              <a:gd name="connsiteX0" fmla="*/ 4110 w 3139529"/>
              <a:gd name="connsiteY0" fmla="*/ 41 h 5429563"/>
              <a:gd name="connsiteX1" fmla="*/ 424748 w 3139529"/>
              <a:gd name="connsiteY1" fmla="*/ 0 h 5429563"/>
              <a:gd name="connsiteX2" fmla="*/ 3139529 w 3139529"/>
              <a:gd name="connsiteY2" fmla="*/ 2714782 h 5429563"/>
              <a:gd name="connsiteX3" fmla="*/ 424748 w 3139529"/>
              <a:gd name="connsiteY3" fmla="*/ 5429563 h 5429563"/>
              <a:gd name="connsiteX4" fmla="*/ 0 w 3139529"/>
              <a:gd name="connsiteY4" fmla="*/ 5429563 h 54295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139529" h="5429563">
                <a:moveTo>
                  <a:pt x="4110" y="41"/>
                </a:moveTo>
                <a:lnTo>
                  <a:pt x="424748" y="0"/>
                </a:lnTo>
                <a:cubicBezTo>
                  <a:pt x="1924080" y="0"/>
                  <a:pt x="3139529" y="1215450"/>
                  <a:pt x="3139529" y="2714782"/>
                </a:cubicBezTo>
                <a:cubicBezTo>
                  <a:pt x="3139529" y="4214114"/>
                  <a:pt x="1924080" y="5429563"/>
                  <a:pt x="424748" y="5429563"/>
                </a:cubicBezTo>
                <a:lnTo>
                  <a:pt x="0" y="5429563"/>
                </a:lnTo>
              </a:path>
            </a:pathLst>
          </a:cu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15E60134-513D-46AD-B558-0C7C6B869B04}" type="datetimeFigureOut">
              <a:rPr lang="en-IN" smtClean="0"/>
              <a:t>06-10-2026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A1F6D432-0264-4284-B15C-6E5563FBB13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1313872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365760"/>
            <a:ext cx="10741152" cy="113225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172FE6B-A4D8-8ED7-89D7-5E7F2C5B8F5F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731838" y="2103438"/>
            <a:ext cx="5181600" cy="43513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Content Placeholder 3">
            <a:extLst>
              <a:ext uri="{FF2B5EF4-FFF2-40B4-BE49-F238E27FC236}">
                <a16:creationId xmlns:a16="http://schemas.microsoft.com/office/drawing/2014/main" id="{686405AE-ED31-677D-86D8-01EAD583735E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284947" y="2103121"/>
            <a:ext cx="5181600" cy="43513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15E60134-513D-46AD-B558-0C7C6B869B04}" type="datetimeFigureOut">
              <a:rPr lang="en-IN" smtClean="0"/>
              <a:t>06-10-2026</a:t>
            </a:fld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A1F6D432-0264-4284-B15C-6E5563FBB13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19560838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485A6F3D-6630-C2E0-DC0A-6D2C0AACFF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365760"/>
            <a:ext cx="10741152" cy="113225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9D76D8-9033-26CF-BF4C-AECCC685C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31520" y="2103120"/>
            <a:ext cx="5157787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Content Placeholder 3">
            <a:extLst>
              <a:ext uri="{FF2B5EF4-FFF2-40B4-BE49-F238E27FC236}">
                <a16:creationId xmlns:a16="http://schemas.microsoft.com/office/drawing/2014/main" id="{9C38DBB1-A1FA-A460-88C8-B05F1570CA97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731838" y="2743200"/>
            <a:ext cx="5157187" cy="3763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09360" y="2103120"/>
            <a:ext cx="5183188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82D763CC-A010-6A2B-FEF3-388EAC8417D7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309361" y="2743200"/>
            <a:ext cx="5183188" cy="3763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3B3581-658A-8487-F9CB-E79F2BFF27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15E60134-513D-46AD-B558-0C7C6B869B04}" type="datetimeFigureOut">
              <a:rPr lang="en-IN" smtClean="0"/>
              <a:t>06-10-2026</a:t>
            </a:fld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2A06B8-CC1D-542F-D8EB-7625046B9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A1F6D432-0264-4284-B15C-6E5563FBB13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3331606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A0796BC8-E1B7-E6D6-E86F-4A5CAECDFE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365760"/>
            <a:ext cx="10741152" cy="113225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15E60134-513D-46AD-B558-0C7C6B869B04}" type="datetimeFigureOut">
              <a:rPr lang="en-IN" smtClean="0"/>
              <a:t>06-10-2026</a:t>
            </a:fld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A1F6D432-0264-4284-B15C-6E5563FBB13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06235431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IN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C4D82-0182-501C-9231-467676804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15E60134-513D-46AD-B558-0C7C6B869B04}" type="datetimeFigureOut">
              <a:rPr lang="en-IN" smtClean="0"/>
              <a:t>06-10-2026</a:t>
            </a:fld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A1F6D432-0264-4284-B15C-6E5563FBB13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29408878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clus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457200"/>
            <a:ext cx="7342307" cy="1133856"/>
          </a:xfrm>
          <a:noFill/>
        </p:spPr>
        <p:txBody>
          <a:bodyPr anchor="b">
            <a:noAutofit/>
          </a:bodyPr>
          <a:lstStyle>
            <a:lvl1pPr>
              <a:defRPr sz="6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IN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7E1FCC9-2D1D-9C6B-8C9A-E3D0A77DBEF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41248" y="2624328"/>
            <a:ext cx="10424160" cy="3200400"/>
          </a:xfrm>
          <a:noFill/>
        </p:spPr>
        <p:txBody>
          <a:bodyPr/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  <a:lvl2pPr marL="228600" indent="0">
              <a:buNone/>
              <a:defRPr>
                <a:solidFill>
                  <a:schemeClr val="tx1"/>
                </a:solidFill>
              </a:defRPr>
            </a:lvl2pPr>
            <a:lvl3pPr marL="457200" indent="0">
              <a:buNone/>
              <a:defRPr>
                <a:solidFill>
                  <a:schemeClr val="tx1"/>
                </a:solidFill>
              </a:defRPr>
            </a:lvl3pPr>
            <a:lvl4pPr marL="685800" indent="0">
              <a:buNone/>
              <a:defRPr>
                <a:solidFill>
                  <a:schemeClr val="tx1"/>
                </a:solidFill>
              </a:defRPr>
            </a:lvl4pPr>
            <a:lvl5pPr marL="914400" indent="0">
              <a:buNone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15E60134-513D-46AD-B558-0C7C6B869B04}" type="datetimeFigureOut">
              <a:rPr lang="en-IN" smtClean="0"/>
              <a:t>06-10-2026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A1F6D432-0264-4284-B15C-6E5563FBB13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70686340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6">
            <a:extLst>
              <a:ext uri="{FF2B5EF4-FFF2-40B4-BE49-F238E27FC236}">
                <a16:creationId xmlns:a16="http://schemas.microsoft.com/office/drawing/2014/main" id="{CE8CC034-C652-239B-0064-9B0543AC25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365760"/>
            <a:ext cx="10741152" cy="1132258"/>
          </a:xfrm>
        </p:spPr>
        <p:txBody>
          <a:bodyPr/>
          <a:lstStyle>
            <a:lvl1pPr>
              <a:defRPr lang="en-US" dirty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IN"/>
          </a:p>
        </p:txBody>
      </p:sp>
      <p:sp>
        <p:nvSpPr>
          <p:cNvPr id="2" name="Content Placeholder 7">
            <a:extLst>
              <a:ext uri="{FF2B5EF4-FFF2-40B4-BE49-F238E27FC236}">
                <a16:creationId xmlns:a16="http://schemas.microsoft.com/office/drawing/2014/main" id="{D051F68D-E2E5-C625-0273-281CE6D4939F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31520" y="2301836"/>
            <a:ext cx="10741150" cy="3921165"/>
          </a:xfrm>
          <a:noFill/>
        </p:spPr>
        <p:txBody>
          <a:bodyPr/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  <a:lvl2pPr marL="228600" indent="0">
              <a:buNone/>
              <a:defRPr>
                <a:solidFill>
                  <a:schemeClr val="tx1"/>
                </a:solidFill>
              </a:defRPr>
            </a:lvl2pPr>
            <a:lvl3pPr marL="457200" indent="0">
              <a:buNone/>
              <a:defRPr>
                <a:solidFill>
                  <a:schemeClr val="tx1"/>
                </a:solidFill>
              </a:defRPr>
            </a:lvl3pPr>
            <a:lvl4pPr marL="685800" indent="0">
              <a:buNone/>
              <a:defRPr>
                <a:solidFill>
                  <a:schemeClr val="tx1"/>
                </a:solidFill>
              </a:defRPr>
            </a:lvl4pPr>
            <a:lvl5pPr marL="914400" indent="0">
              <a:buNone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15E60134-513D-46AD-B558-0C7C6B869B04}" type="datetimeFigureOut">
              <a:rPr lang="en-IN" smtClean="0"/>
              <a:t>06-10-2026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A1F6D432-0264-4284-B15C-6E5563FBB13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9424408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E60134-513D-46AD-B558-0C7C6B869B04}" type="datetimeFigureOut">
              <a:rPr lang="en-IN" smtClean="0"/>
              <a:t>06-10-2026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F6D432-0264-4284-B15C-6E5563FBB13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21606989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E60134-513D-46AD-B558-0C7C6B869B04}" type="datetimeFigureOut">
              <a:rPr lang="en-IN" smtClean="0"/>
              <a:t>06-10-2026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F6D432-0264-4284-B15C-6E5563FBB13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353462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D476A66-BE83-43F9-A28B-02DF7879AD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84990"/>
            <a:ext cx="10515600" cy="111681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ACB382-EE11-430D-941A-DB76EEB7F2D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 rot="16200000" flipH="1">
            <a:off x="-1131161" y="1592957"/>
            <a:ext cx="297352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rtl="0">
              <a:defRPr sz="1000">
                <a:solidFill>
                  <a:schemeClr val="tx1"/>
                </a:solidFill>
              </a:defRPr>
            </a:lvl1pPr>
          </a:lstStyle>
          <a:p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9D76E94-F276-4F0F-8DD9-B1F8A3198A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2061469"/>
            <a:ext cx="10515600" cy="411480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AD964E-3A2E-4DB9-B96A-EDE144A47BD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 rot="5400000">
            <a:off x="10425981" y="4687095"/>
            <a:ext cx="270669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rtl="0">
              <a:defRPr sz="1000">
                <a:solidFill>
                  <a:schemeClr val="tx1"/>
                </a:solidFill>
              </a:defRPr>
            </a:lvl1pPr>
          </a:lstStyle>
          <a:p>
            <a:fld id="{15E60134-513D-46AD-B558-0C7C6B869B04}" type="datetimeFigureOut">
              <a:rPr lang="en-IN" smtClean="0"/>
              <a:t>06-10-2026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C562FE-ACD1-43F2-A3DE-5B11E10B7EA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12296" y="6356350"/>
            <a:ext cx="57462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rtl="0">
              <a:defRPr sz="1000">
                <a:solidFill>
                  <a:schemeClr val="tx1"/>
                </a:solidFill>
              </a:defRPr>
            </a:lvl1pPr>
          </a:lstStyle>
          <a:p>
            <a:fld id="{A1F6D432-0264-4284-B15C-6E5563FBB13A}" type="slidenum">
              <a:rPr lang="en-IN" smtClean="0"/>
              <a:t>‹#›</a:t>
            </a:fld>
            <a:endParaRPr lang="en-IN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1EB34A3B-1FD5-48FF-9982-1E64C864C01D}"/>
              </a:ext>
            </a:extLst>
          </p:cNvPr>
          <p:cNvCxnSpPr>
            <a:cxnSpLocks/>
          </p:cNvCxnSpPr>
          <p:nvPr/>
        </p:nvCxnSpPr>
        <p:spPr>
          <a:xfrm flipH="1">
            <a:off x="4" y="1824111"/>
            <a:ext cx="12191996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524414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  <p:sldLayoutId id="2147483684" r:id="rId12"/>
    <p:sldLayoutId id="2147483685" r:id="rId13"/>
    <p:sldLayoutId id="2147483686" r:id="rId14"/>
    <p:sldLayoutId id="2147483687" r:id="rId15"/>
    <p:sldLayoutId id="2147483688" r:id="rId16"/>
    <p:sldLayoutId id="2147483689" r:id="rId17"/>
    <p:sldLayoutId id="2147483690" r:id="rId18"/>
    <p:sldLayoutId id="2147483691" r:id="rId19"/>
    <p:sldLayoutId id="2147483692" r:id="rId20"/>
    <p:sldLayoutId id="2147483693" r:id="rId21"/>
    <p:sldLayoutId id="2147483694" r:id="rId22"/>
    <p:sldLayoutId id="2147483695" r:id="rId23"/>
    <p:sldLayoutId id="2147483696" r:id="rId24"/>
    <p:sldLayoutId id="2147483697" r:id="rId25"/>
    <p:sldLayoutId id="2147483698" r:id="rId26"/>
    <p:sldLayoutId id="2147483699" r:id="rId27"/>
    <p:sldLayoutId id="2147483700" r:id="rId28"/>
    <p:sldLayoutId id="2147483701" r:id="rId29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10000"/>
        </a:lnSpc>
        <a:spcBef>
          <a:spcPts val="1000"/>
        </a:spcBef>
        <a:buSzPct val="80000"/>
        <a:buFont typeface="Arial" panose="020B0604020202020204" pitchFamily="34" charset="0"/>
        <a:buNone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502920" indent="-228600" algn="l" defTabSz="914400" rtl="0" eaLnBrk="1" latinLnBrk="0" hangingPunct="1">
        <a:lnSpc>
          <a:spcPct val="110000"/>
        </a:lnSpc>
        <a:spcBef>
          <a:spcPts val="500"/>
        </a:spcBef>
        <a:buSzPct val="80000"/>
        <a:buFont typeface="Goudy Old Style" panose="02020502050305020303" pitchFamily="18" charset="0"/>
        <a:buChar char="–"/>
        <a:defRPr sz="1600" i="1" kern="1200">
          <a:solidFill>
            <a:schemeClr val="tx1"/>
          </a:solidFill>
          <a:latin typeface="+mn-lt"/>
          <a:ea typeface="+mn-ea"/>
          <a:cs typeface="+mn-cs"/>
        </a:defRPr>
      </a:lvl2pPr>
      <a:lvl3pPr marL="822960" indent="-228600" algn="l" defTabSz="914400" rtl="0" eaLnBrk="1" latinLnBrk="0" hangingPunct="1">
        <a:lnSpc>
          <a:spcPct val="110000"/>
        </a:lnSpc>
        <a:spcBef>
          <a:spcPts val="500"/>
        </a:spcBef>
        <a:buSzPct val="80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228600" algn="l" defTabSz="914400" rtl="0" eaLnBrk="1" latinLnBrk="0" hangingPunct="1">
        <a:lnSpc>
          <a:spcPct val="110000"/>
        </a:lnSpc>
        <a:spcBef>
          <a:spcPts val="500"/>
        </a:spcBef>
        <a:buSzPct val="80000"/>
        <a:buFont typeface="Goudy Old Style" panose="02020502050305020303" pitchFamily="18" charset="0"/>
        <a:buChar char="–"/>
        <a:defRPr sz="1400" i="1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defTabSz="914400" rtl="0" eaLnBrk="1" latinLnBrk="0" hangingPunct="1">
        <a:lnSpc>
          <a:spcPct val="110000"/>
        </a:lnSpc>
        <a:spcBef>
          <a:spcPts val="500"/>
        </a:spcBef>
        <a:buSzPct val="80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528">
          <p15:clr>
            <a:srgbClr val="F26B43"/>
          </p15:clr>
        </p15:guide>
        <p15:guide id="2" pos="528">
          <p15:clr>
            <a:srgbClr val="F26B43"/>
          </p15:clr>
        </p15:guide>
        <p15:guide id="3" orient="horz" pos="3792">
          <p15:clr>
            <a:srgbClr val="F26B43"/>
          </p15:clr>
        </p15:guide>
        <p15:guide id="4" pos="7152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5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5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5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5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7E7FAA-077D-8F1D-903D-54991859B23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14399" y="1122363"/>
            <a:ext cx="10459453" cy="477837"/>
          </a:xfrm>
        </p:spPr>
        <p:txBody>
          <a:bodyPr>
            <a:normAutofit fontScale="90000"/>
          </a:bodyPr>
          <a:lstStyle/>
          <a:p>
            <a:r>
              <a:rPr lang="en-US" sz="4000" dirty="0"/>
              <a:t>PROCESS TERMINATION MESSAGES  </a:t>
            </a:r>
            <a:endParaRPr lang="en-IN" sz="40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720A9B8-4871-7064-C090-937D977146E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/>
              <a:t>TEAM MEMBERS:</a:t>
            </a:r>
          </a:p>
          <a:p>
            <a:r>
              <a:rPr lang="en-US" dirty="0"/>
              <a:t>K.V.KOUSHAL(2520030009)</a:t>
            </a:r>
          </a:p>
          <a:p>
            <a:r>
              <a:rPr lang="en-US" dirty="0"/>
              <a:t>Y.CHARAN SAI(2520030173)</a:t>
            </a:r>
          </a:p>
          <a:p>
            <a:r>
              <a:rPr lang="en-US" dirty="0"/>
              <a:t>B.SHASHANK(2520030452)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701045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E1A712-CDC8-183B-19AF-F567F40AD0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 STATEMENT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EC44F5-5A88-5F56-76A0-DBACC35092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IN" sz="2800" dirty="0"/>
              <a:t>In a Linux operating system, processes are created and terminated regularly, but it can be difficult for beginners to understand how and when a process terminates. It is also important to know whether a process completed normally or ended due to an error or signal. This project provides a simple way to create a child process, monitor its execution, and display a clear message about how the process terminated. It helps students understand process creation, parent-child relationships, process termination, synchronization, and exit status in Linux</a:t>
            </a:r>
          </a:p>
        </p:txBody>
      </p:sp>
    </p:spTree>
    <p:extLst>
      <p:ext uri="{BB962C8B-B14F-4D97-AF65-F5344CB8AC3E}">
        <p14:creationId xmlns:p14="http://schemas.microsoft.com/office/powerpoint/2010/main" val="34243191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3256E7-83E7-57FC-0312-84DDAE6152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OBJECTIVES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5222D5-F06E-A021-E56B-0DA8C1451A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285750" lvl="0" indent="-285750" algn="just">
              <a:buFont typeface="Arial" panose="020B0604020202020204" pitchFamily="34" charset="0"/>
              <a:buChar char="•"/>
            </a:pPr>
            <a:r>
              <a:rPr lang="en-IN" sz="2800" b="1" dirty="0"/>
              <a:t>Create child processes</a:t>
            </a:r>
            <a:r>
              <a:rPr lang="en-IN" sz="2800" dirty="0"/>
              <a:t> using the fork() system call. </a:t>
            </a:r>
          </a:p>
          <a:p>
            <a:pPr marL="285750" lvl="0" indent="-285750" algn="just">
              <a:buFont typeface="Arial" panose="020B0604020202020204" pitchFamily="34" charset="0"/>
              <a:buChar char="•"/>
            </a:pPr>
            <a:r>
              <a:rPr lang="en-IN" sz="2800" b="1" dirty="0"/>
              <a:t>Monitor child processes</a:t>
            </a:r>
            <a:r>
              <a:rPr lang="en-IN" sz="2800" dirty="0"/>
              <a:t> until they complete execution. </a:t>
            </a:r>
          </a:p>
          <a:p>
            <a:pPr marL="285750" lvl="0" indent="-285750" algn="just">
              <a:buFont typeface="Arial" panose="020B0604020202020204" pitchFamily="34" charset="0"/>
              <a:buChar char="•"/>
            </a:pPr>
            <a:r>
              <a:rPr lang="en-IN" sz="2800" b="1" dirty="0"/>
              <a:t>Check the termination status</a:t>
            </a:r>
            <a:r>
              <a:rPr lang="en-IN" sz="2800" dirty="0"/>
              <a:t> of the child process. </a:t>
            </a:r>
          </a:p>
          <a:p>
            <a:pPr marL="285750" lvl="0" indent="-285750" algn="just">
              <a:buFont typeface="Arial" panose="020B0604020202020204" pitchFamily="34" charset="0"/>
              <a:buChar char="•"/>
            </a:pPr>
            <a:r>
              <a:rPr lang="en-IN" sz="2800" b="1" dirty="0"/>
              <a:t>Display clear messages</a:t>
            </a:r>
            <a:r>
              <a:rPr lang="en-IN" sz="2800" dirty="0"/>
              <a:t> for normal or abnormal termination. </a:t>
            </a:r>
          </a:p>
          <a:p>
            <a:pPr marL="285750" lvl="0" indent="-285750" algn="just">
              <a:buFont typeface="Arial" panose="020B0604020202020204" pitchFamily="34" charset="0"/>
              <a:buChar char="•"/>
            </a:pPr>
            <a:r>
              <a:rPr lang="en-IN" sz="2800" b="1" dirty="0"/>
              <a:t>Demonstrate parent-child relationships</a:t>
            </a:r>
            <a:r>
              <a:rPr lang="en-IN" sz="2800" dirty="0"/>
              <a:t> in Linux. </a:t>
            </a:r>
          </a:p>
          <a:p>
            <a:pPr marL="285750" lvl="0" indent="-285750" algn="just">
              <a:buFont typeface="Arial" panose="020B0604020202020204" pitchFamily="34" charset="0"/>
              <a:buChar char="•"/>
            </a:pPr>
            <a:r>
              <a:rPr lang="en-IN" sz="2800" b="1" dirty="0"/>
              <a:t>Demonstrate process synchronization</a:t>
            </a:r>
            <a:r>
              <a:rPr lang="en-IN" sz="2800" dirty="0"/>
              <a:t> using wait() or </a:t>
            </a:r>
            <a:r>
              <a:rPr lang="en-IN" sz="2800" dirty="0" err="1"/>
              <a:t>waitpid</a:t>
            </a:r>
            <a:r>
              <a:rPr lang="en-IN" sz="2800" dirty="0"/>
              <a:t>(). </a:t>
            </a:r>
          </a:p>
          <a:p>
            <a:pPr marL="285750" lvl="0" indent="-285750" algn="just">
              <a:buFont typeface="Arial" panose="020B0604020202020204" pitchFamily="34" charset="0"/>
              <a:buChar char="•"/>
            </a:pPr>
            <a:r>
              <a:rPr lang="en-IN" sz="2800" b="1" dirty="0"/>
              <a:t>Understand process management</a:t>
            </a:r>
            <a:r>
              <a:rPr lang="en-IN" sz="2800" dirty="0"/>
              <a:t> using Linux system calls</a:t>
            </a:r>
            <a:r>
              <a:rPr lang="en-IN" sz="2400" dirty="0"/>
              <a:t>. 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1072515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A1A21E-C56A-FC8E-F80C-EB5D6FBFF8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84990"/>
            <a:ext cx="10515600" cy="714421"/>
          </a:xfrm>
        </p:spPr>
        <p:txBody>
          <a:bodyPr/>
          <a:lstStyle/>
          <a:p>
            <a:r>
              <a:rPr lang="en-US" dirty="0"/>
              <a:t>TECHNOLOGIES USED</a:t>
            </a:r>
            <a:endParaRPr lang="en-IN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A0F3BD1F-35F3-6CAF-8371-E73D3967591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792527056"/>
              </p:ext>
            </p:extLst>
          </p:nvPr>
        </p:nvGraphicFramePr>
        <p:xfrm>
          <a:off x="838200" y="1844842"/>
          <a:ext cx="10515600" cy="501316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5257800">
                  <a:extLst>
                    <a:ext uri="{9D8B030D-6E8A-4147-A177-3AD203B41FA5}">
                      <a16:colId xmlns:a16="http://schemas.microsoft.com/office/drawing/2014/main" val="2975555706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3615231338"/>
                    </a:ext>
                  </a:extLst>
                </a:gridCol>
              </a:tblGrid>
              <a:tr h="1253290">
                <a:tc>
                  <a:txBody>
                    <a:bodyPr/>
                    <a:lstStyle/>
                    <a:p>
                      <a:r>
                        <a:rPr lang="en-US" dirty="0"/>
                        <a:t>TECHNOLOGY 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PUROPOSE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82046325"/>
                  </a:ext>
                </a:extLst>
              </a:tr>
              <a:tr h="1253290">
                <a:tc>
                  <a:txBody>
                    <a:bodyPr/>
                    <a:lstStyle/>
                    <a:p>
                      <a:r>
                        <a:rPr lang="en-US" dirty="0"/>
                        <a:t>C 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000" dirty="0"/>
                        <a:t>Implement the process management program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0992081"/>
                  </a:ext>
                </a:extLst>
              </a:tr>
              <a:tr h="1253290">
                <a:tc>
                  <a:txBody>
                    <a:bodyPr/>
                    <a:lstStyle/>
                    <a:p>
                      <a:r>
                        <a:rPr lang="en-US" dirty="0"/>
                        <a:t>LINUX/UBUNTU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DEVELOPMENT AND EXECUTION OF PROGRAMME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30608034"/>
                  </a:ext>
                </a:extLst>
              </a:tr>
              <a:tr h="1253290">
                <a:tc>
                  <a:txBody>
                    <a:bodyPr/>
                    <a:lstStyle/>
                    <a:p>
                      <a:r>
                        <a:rPr lang="en-US" dirty="0"/>
                        <a:t>LINUX SYSTEM CALLS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CREATE WAIT AND TERMINATE THE PROCESS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849673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4653603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C9A499-9F82-5D78-F594-F2B3B04762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DE53E5-C900-88A9-9725-BA0543719B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84990"/>
            <a:ext cx="10515600" cy="714421"/>
          </a:xfrm>
        </p:spPr>
        <p:txBody>
          <a:bodyPr/>
          <a:lstStyle/>
          <a:p>
            <a:r>
              <a:rPr lang="en-US" dirty="0"/>
              <a:t>TECHNOLOGIES USED</a:t>
            </a:r>
            <a:endParaRPr lang="en-IN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ACBFF20D-DEBC-B148-C10A-586DC077268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271180884"/>
              </p:ext>
            </p:extLst>
          </p:nvPr>
        </p:nvGraphicFramePr>
        <p:xfrm>
          <a:off x="838200" y="1844842"/>
          <a:ext cx="10515600" cy="501316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5257800">
                  <a:extLst>
                    <a:ext uri="{9D8B030D-6E8A-4147-A177-3AD203B41FA5}">
                      <a16:colId xmlns:a16="http://schemas.microsoft.com/office/drawing/2014/main" val="2975555706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3615231338"/>
                    </a:ext>
                  </a:extLst>
                </a:gridCol>
              </a:tblGrid>
              <a:tr h="1253290">
                <a:tc>
                  <a:txBody>
                    <a:bodyPr/>
                    <a:lstStyle/>
                    <a:p>
                      <a:r>
                        <a:rPr lang="en-US" dirty="0"/>
                        <a:t>TECHNOLOGY 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PUROPOSE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82046325"/>
                  </a:ext>
                </a:extLst>
              </a:tr>
              <a:tr h="1253290">
                <a:tc>
                  <a:txBody>
                    <a:bodyPr/>
                    <a:lstStyle/>
                    <a:p>
                      <a:r>
                        <a:rPr lang="en-US" dirty="0"/>
                        <a:t>FLASK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000" dirty="0"/>
                        <a:t>Provides the backend and API for process monitoring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0992081"/>
                  </a:ext>
                </a:extLst>
              </a:tr>
              <a:tr h="1253290">
                <a:tc>
                  <a:txBody>
                    <a:bodyPr/>
                    <a:lstStyle/>
                    <a:p>
                      <a:r>
                        <a:rPr lang="en-US" dirty="0"/>
                        <a:t>MYSQL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000" dirty="0"/>
                        <a:t>Stores process details and termination information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30608034"/>
                  </a:ext>
                </a:extLst>
              </a:tr>
              <a:tr h="1253290">
                <a:tc>
                  <a:txBody>
                    <a:bodyPr/>
                    <a:lstStyle/>
                    <a:p>
                      <a:r>
                        <a:rPr lang="en-US" dirty="0"/>
                        <a:t>CSV FILE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000" dirty="0"/>
                        <a:t>Stores process creation and completion events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849673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8055300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E94730-1978-5AB2-B9F5-067CF71EA5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PROJECT COMPONENTS</a:t>
            </a:r>
            <a:endParaRPr lang="en-IN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664FDCF8-99D9-A635-6EA6-5A473DD8593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65630904"/>
              </p:ext>
            </p:extLst>
          </p:nvPr>
        </p:nvGraphicFramePr>
        <p:xfrm>
          <a:off x="838200" y="2062163"/>
          <a:ext cx="10515600" cy="3825288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5546558">
                  <a:extLst>
                    <a:ext uri="{9D8B030D-6E8A-4147-A177-3AD203B41FA5}">
                      <a16:colId xmlns:a16="http://schemas.microsoft.com/office/drawing/2014/main" val="3805821603"/>
                    </a:ext>
                  </a:extLst>
                </a:gridCol>
                <a:gridCol w="4969042">
                  <a:extLst>
                    <a:ext uri="{9D8B030D-6E8A-4147-A177-3AD203B41FA5}">
                      <a16:colId xmlns:a16="http://schemas.microsoft.com/office/drawing/2014/main" val="2143038961"/>
                    </a:ext>
                  </a:extLst>
                </a:gridCol>
              </a:tblGrid>
              <a:tr h="637548">
                <a:tc>
                  <a:txBody>
                    <a:bodyPr/>
                    <a:lstStyle/>
                    <a:p>
                      <a:r>
                        <a:rPr lang="en-US" dirty="0"/>
                        <a:t>COMPONENT 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TASK WHICH IT PERFORMS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73233758"/>
                  </a:ext>
                </a:extLst>
              </a:tr>
              <a:tr h="637548">
                <a:tc>
                  <a:txBody>
                    <a:bodyPr/>
                    <a:lstStyle/>
                    <a:p>
                      <a:r>
                        <a:rPr lang="en-IN" dirty="0"/>
                        <a:t>PARENT PROCESS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Controls and waits for child processes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17321196"/>
                  </a:ext>
                </a:extLst>
              </a:tr>
              <a:tr h="637548">
                <a:tc>
                  <a:txBody>
                    <a:bodyPr/>
                    <a:lstStyle/>
                    <a:p>
                      <a:r>
                        <a:rPr lang="en-US" dirty="0"/>
                        <a:t>CHILD PROCESS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Execute tasks and terminate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10386466"/>
                  </a:ext>
                </a:extLst>
              </a:tr>
              <a:tr h="637548">
                <a:tc>
                  <a:txBody>
                    <a:bodyPr/>
                    <a:lstStyle/>
                    <a:p>
                      <a:r>
                        <a:rPr lang="en-US" dirty="0"/>
                        <a:t>EVENT FILE(CSV)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Records process creation and completion events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10651068"/>
                  </a:ext>
                </a:extLst>
              </a:tr>
              <a:tr h="637548">
                <a:tc>
                  <a:txBody>
                    <a:bodyPr/>
                    <a:lstStyle/>
                    <a:p>
                      <a:r>
                        <a:rPr lang="en-US"/>
                        <a:t>FLASK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Processes event data and provides API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39036055"/>
                  </a:ext>
                </a:extLst>
              </a:tr>
              <a:tr h="637548">
                <a:tc>
                  <a:txBody>
                    <a:bodyPr/>
                    <a:lstStyle/>
                    <a:p>
                      <a:r>
                        <a:rPr lang="en-US" dirty="0"/>
                        <a:t>MY SQL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Stores process details and status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8675315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6174539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5BF8FFD9-EC37-E9E4-1FCE-D45E5E30C5C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91326" y="689811"/>
            <a:ext cx="6641431" cy="6249152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19256727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B137DA-C9B0-0542-CCC3-981BD514E5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KEY FUNCTIONS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FC1805-0CBA-B457-9996-8FADB51A5E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85750" lvl="0" indent="-285750" algn="just">
              <a:buFont typeface="Arial" panose="020B0604020202020204" pitchFamily="34" charset="0"/>
              <a:buChar char="•"/>
            </a:pPr>
            <a:r>
              <a:rPr lang="en-IN" sz="2000" dirty="0"/>
              <a:t>fork() → Creates child processes </a:t>
            </a:r>
          </a:p>
          <a:p>
            <a:pPr marL="285750" lvl="0" indent="-285750" algn="just">
              <a:buFont typeface="Arial" panose="020B0604020202020204" pitchFamily="34" charset="0"/>
              <a:buChar char="•"/>
            </a:pPr>
            <a:r>
              <a:rPr lang="en-IN" sz="2000" dirty="0" err="1"/>
              <a:t>waitpid</a:t>
            </a:r>
            <a:r>
              <a:rPr lang="en-IN" sz="2000" dirty="0"/>
              <a:t>() → Waits for child termination </a:t>
            </a:r>
          </a:p>
          <a:p>
            <a:pPr marL="285750" lvl="0" indent="-285750" algn="just">
              <a:buFont typeface="Arial" panose="020B0604020202020204" pitchFamily="34" charset="0"/>
              <a:buChar char="•"/>
            </a:pPr>
            <a:r>
              <a:rPr lang="en-IN" sz="2000" dirty="0"/>
              <a:t>exit() → Terminates a child process </a:t>
            </a:r>
          </a:p>
          <a:p>
            <a:pPr marL="285750" lvl="0" indent="-285750" algn="just">
              <a:buFont typeface="Arial" panose="020B0604020202020204" pitchFamily="34" charset="0"/>
              <a:buChar char="•"/>
            </a:pPr>
            <a:r>
              <a:rPr lang="en-IN" sz="2000" dirty="0" err="1"/>
              <a:t>getpid</a:t>
            </a:r>
            <a:r>
              <a:rPr lang="en-IN" sz="2000" dirty="0"/>
              <a:t>() → Gets process ID</a:t>
            </a:r>
          </a:p>
          <a:p>
            <a:pPr marL="285750" lvl="0" indent="-285750" algn="just">
              <a:buFont typeface="Arial" panose="020B0604020202020204" pitchFamily="34" charset="0"/>
              <a:buChar char="•"/>
            </a:pPr>
            <a:r>
              <a:rPr lang="en-IN" sz="2000" b="1" dirty="0"/>
              <a:t>sleep()</a:t>
            </a:r>
            <a:r>
              <a:rPr lang="en-IN" sz="2000" dirty="0"/>
              <a:t> → Simulates the execution time of a process.</a:t>
            </a:r>
          </a:p>
          <a:p>
            <a:pPr marL="285750" lvl="0" indent="-285750" algn="just">
              <a:buFont typeface="Arial" panose="020B0604020202020204" pitchFamily="34" charset="0"/>
              <a:buChar char="•"/>
            </a:pPr>
            <a:r>
              <a:rPr lang="en-IN" sz="2000" b="1" dirty="0" err="1"/>
              <a:t>fopen</a:t>
            </a:r>
            <a:r>
              <a:rPr lang="en-IN" sz="2000" b="1" dirty="0"/>
              <a:t>()</a:t>
            </a:r>
            <a:r>
              <a:rPr lang="en-IN" sz="2000" dirty="0"/>
              <a:t> → Opens the event file for reading or writing.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2635759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35F60D-524C-C4C2-76F4-A59C9BAEC3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PROCESS EXECUTION FLOW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8F7DE1-A121-8BBA-DAA8-AAF159EF16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0842" y="2061469"/>
            <a:ext cx="11032958" cy="4676215"/>
          </a:xfrm>
        </p:spPr>
        <p:txBody>
          <a:bodyPr>
            <a:noAutofit/>
          </a:bodyPr>
          <a:lstStyle/>
          <a:p>
            <a:pPr marL="342900" lvl="0" indent="-342900" algn="just">
              <a:buFont typeface="Arial" panose="020B0604020202020204" pitchFamily="34" charset="0"/>
              <a:buChar char="•"/>
            </a:pPr>
            <a:r>
              <a:rPr lang="en-IN" sz="2000" b="1" dirty="0"/>
              <a:t>Start the C Process Manager</a:t>
            </a:r>
            <a:r>
              <a:rPr lang="en-IN" sz="2000" dirty="0"/>
              <a:t> – The process manager program begins execution.</a:t>
            </a:r>
          </a:p>
          <a:p>
            <a:pPr marL="342900" lvl="0" indent="-342900" algn="just">
              <a:buFont typeface="Arial" panose="020B0604020202020204" pitchFamily="34" charset="0"/>
              <a:buChar char="•"/>
            </a:pPr>
            <a:r>
              <a:rPr lang="en-IN" sz="2000" b="1" dirty="0"/>
              <a:t>Create child processes</a:t>
            </a:r>
            <a:r>
              <a:rPr lang="en-IN" sz="2000" dirty="0"/>
              <a:t> – The parent creates child processes using fork().</a:t>
            </a:r>
          </a:p>
          <a:p>
            <a:pPr marL="342900" lvl="0" indent="-342900" algn="just">
              <a:buFont typeface="Arial" panose="020B0604020202020204" pitchFamily="34" charset="0"/>
              <a:buChar char="•"/>
            </a:pPr>
            <a:r>
              <a:rPr lang="en-IN" sz="2000" b="1" dirty="0"/>
              <a:t>Execute tasks</a:t>
            </a:r>
            <a:r>
              <a:rPr lang="en-IN" sz="2000" dirty="0"/>
              <a:t> – Each child process performs its assigned task.</a:t>
            </a:r>
          </a:p>
          <a:p>
            <a:pPr marL="342900" lvl="0" indent="-342900" algn="just">
              <a:buFont typeface="Arial" panose="020B0604020202020204" pitchFamily="34" charset="0"/>
              <a:buChar char="•"/>
            </a:pPr>
            <a:r>
              <a:rPr lang="en-IN" sz="2000" b="1" dirty="0"/>
              <a:t>Terminate child</a:t>
            </a:r>
            <a:r>
              <a:rPr lang="en-IN" sz="2000" dirty="0"/>
              <a:t> – After completing its task, the child terminates using exit().</a:t>
            </a:r>
          </a:p>
          <a:p>
            <a:pPr marL="342900" lvl="0" indent="-342900" algn="just">
              <a:buFont typeface="Arial" panose="020B0604020202020204" pitchFamily="34" charset="0"/>
              <a:buChar char="•"/>
            </a:pPr>
            <a:r>
              <a:rPr lang="en-IN" sz="2000" b="1" dirty="0"/>
              <a:t>Wait for termination</a:t>
            </a:r>
            <a:r>
              <a:rPr lang="en-IN" sz="2000" dirty="0"/>
              <a:t> – The parent uses </a:t>
            </a:r>
            <a:r>
              <a:rPr lang="en-IN" sz="2000" dirty="0" err="1"/>
              <a:t>waitpid</a:t>
            </a:r>
            <a:r>
              <a:rPr lang="en-IN" sz="2000" dirty="0"/>
              <a:t>() to wait for and collect the child's termination status.</a:t>
            </a:r>
          </a:p>
          <a:p>
            <a:pPr marL="342900" lvl="0" indent="-342900" algn="just">
              <a:buFont typeface="Arial" panose="020B0604020202020204" pitchFamily="34" charset="0"/>
              <a:buChar char="•"/>
            </a:pPr>
            <a:r>
              <a:rPr lang="en-IN" sz="2000" b="1" dirty="0"/>
              <a:t>Record events</a:t>
            </a:r>
            <a:r>
              <a:rPr lang="en-IN" sz="2000" dirty="0"/>
              <a:t> – Process creation and completion information is recorded in the event file.</a:t>
            </a:r>
          </a:p>
          <a:p>
            <a:pPr marL="342900" lvl="0" indent="-342900" algn="just">
              <a:buFont typeface="Arial" panose="020B0604020202020204" pitchFamily="34" charset="0"/>
              <a:buChar char="•"/>
            </a:pPr>
            <a:r>
              <a:rPr lang="en-IN" sz="2000" b="1" dirty="0"/>
              <a:t>Backend processing</a:t>
            </a:r>
            <a:r>
              <a:rPr lang="en-IN" sz="2000" dirty="0"/>
              <a:t> – Flask reads and processes the recorded process information.</a:t>
            </a:r>
          </a:p>
          <a:p>
            <a:pPr marL="342900" lvl="0" indent="-342900" algn="just">
              <a:buFont typeface="Arial" panose="020B0604020202020204" pitchFamily="34" charset="0"/>
              <a:buChar char="•"/>
            </a:pPr>
            <a:r>
              <a:rPr lang="en-IN" sz="2000" b="1" dirty="0"/>
              <a:t>Database storage</a:t>
            </a:r>
            <a:r>
              <a:rPr lang="en-IN" sz="2000" dirty="0"/>
              <a:t> – Process details and status are stored in MySQL.</a:t>
            </a:r>
          </a:p>
          <a:p>
            <a:pPr marL="342900" lvl="0" indent="-342900" algn="just">
              <a:buFont typeface="Arial" panose="020B0604020202020204" pitchFamily="34" charset="0"/>
              <a:buChar char="•"/>
            </a:pPr>
            <a:r>
              <a:rPr lang="en-IN" sz="2000" b="1" dirty="0"/>
              <a:t>Dashboard display</a:t>
            </a:r>
            <a:r>
              <a:rPr lang="en-IN" sz="2000" dirty="0"/>
              <a:t> – The web dashboard retrieves the information and displays the current process status.</a:t>
            </a:r>
          </a:p>
          <a:p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376590130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CB109509-6B6B-23A1-414E-6184F58225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8943" y="395190"/>
            <a:ext cx="6632190" cy="606761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0FC858A-D412-33F7-A159-6D37AC90868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64189" y="395190"/>
            <a:ext cx="4930587" cy="60676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066074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B10469-1910-6DFD-DF60-8418AE9C9B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6532A901-A760-5F04-EC27-C496C62A94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5389" y="153632"/>
            <a:ext cx="5986732" cy="6550736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932F6DD4-D424-1384-5849-2AE6C22191E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32121" y="153632"/>
            <a:ext cx="5515155" cy="67043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961370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20CF5B-0BD2-8E6E-150A-750FBFDCC1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7BCAC077-6DD6-1B74-4180-CB43BCAD0C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241539"/>
            <a:ext cx="6849374" cy="553815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91841B0-D068-578F-576A-06CD2B1CE20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39155" y="241540"/>
            <a:ext cx="5152845" cy="55381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693188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737B4F-7061-A29E-980A-F3433E6DB1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30FE5FA-EF17-BFFB-6FB4-23537F3FC6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2528" y="345056"/>
            <a:ext cx="6366294" cy="728069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F0907BC-433F-C5DC-9FBA-97063C9091F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38822" y="345056"/>
            <a:ext cx="5653178" cy="74963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992136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EEE563-78C2-DCA7-7B4F-C2A62469B3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conclusion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359B04-CD45-A60E-98EF-80E08A7BD92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85750" lvl="0" indent="-285750" algn="just">
              <a:buFont typeface="Arial" panose="020B0604020202020204" pitchFamily="34" charset="0"/>
              <a:buChar char="•"/>
            </a:pPr>
            <a:r>
              <a:rPr lang="en-IN" sz="2400" dirty="0"/>
              <a:t>Successfully demonstrates </a:t>
            </a:r>
            <a:r>
              <a:rPr lang="en-IN" sz="2400" b="1" dirty="0"/>
              <a:t>Linux process creation and termination</a:t>
            </a:r>
            <a:r>
              <a:rPr lang="en-IN" sz="2400" dirty="0"/>
              <a:t>. </a:t>
            </a:r>
          </a:p>
          <a:p>
            <a:pPr marL="285750" lvl="0" indent="-285750" algn="just">
              <a:buFont typeface="Arial" panose="020B0604020202020204" pitchFamily="34" charset="0"/>
              <a:buChar char="•"/>
            </a:pPr>
            <a:r>
              <a:rPr lang="en-IN" sz="2400" dirty="0"/>
              <a:t>Shows the </a:t>
            </a:r>
            <a:r>
              <a:rPr lang="en-IN" sz="2400" b="1" dirty="0"/>
              <a:t>parent–child relationship</a:t>
            </a:r>
            <a:r>
              <a:rPr lang="en-IN" sz="2400" dirty="0"/>
              <a:t> between processes. </a:t>
            </a:r>
          </a:p>
          <a:p>
            <a:pPr marL="285750" lvl="0" indent="-285750" algn="just">
              <a:buFont typeface="Arial" panose="020B0604020202020204" pitchFamily="34" charset="0"/>
              <a:buChar char="•"/>
            </a:pPr>
            <a:r>
              <a:rPr lang="en-IN" sz="2400" dirty="0"/>
              <a:t>Demonstrates </a:t>
            </a:r>
            <a:r>
              <a:rPr lang="en-IN" sz="2400" b="1" dirty="0"/>
              <a:t>process synchronization</a:t>
            </a:r>
            <a:r>
              <a:rPr lang="en-IN" sz="2400" dirty="0"/>
              <a:t> using </a:t>
            </a:r>
            <a:r>
              <a:rPr lang="en-IN" sz="2400" dirty="0" err="1"/>
              <a:t>waitpid</a:t>
            </a:r>
            <a:r>
              <a:rPr lang="en-IN" sz="2400" dirty="0"/>
              <a:t>(). </a:t>
            </a:r>
          </a:p>
          <a:p>
            <a:pPr marL="285750" lvl="0" indent="-285750" algn="just">
              <a:buFont typeface="Arial" panose="020B0604020202020204" pitchFamily="34" charset="0"/>
              <a:buChar char="•"/>
            </a:pPr>
            <a:r>
              <a:rPr lang="en-IN" sz="2400" dirty="0"/>
              <a:t>Records </a:t>
            </a:r>
            <a:r>
              <a:rPr lang="en-IN" sz="2400" b="1" dirty="0"/>
              <a:t>process creation and completion events</a:t>
            </a:r>
            <a:r>
              <a:rPr lang="en-IN" sz="2400" dirty="0"/>
              <a:t>. </a:t>
            </a:r>
          </a:p>
          <a:p>
            <a:pPr marL="285750" lvl="0" indent="-285750" algn="just">
              <a:buFont typeface="Arial" panose="020B0604020202020204" pitchFamily="34" charset="0"/>
              <a:buChar char="•"/>
            </a:pPr>
            <a:r>
              <a:rPr lang="en-IN" sz="2400" dirty="0"/>
              <a:t>Displays the </a:t>
            </a:r>
            <a:r>
              <a:rPr lang="en-IN" sz="2400" b="1" dirty="0"/>
              <a:t>termination status and messages</a:t>
            </a:r>
            <a:r>
              <a:rPr lang="en-IN" sz="2400" dirty="0"/>
              <a:t> clearly. </a:t>
            </a:r>
          </a:p>
          <a:p>
            <a:pPr marL="285750" lvl="0" indent="-285750" algn="just">
              <a:buFont typeface="Arial" panose="020B0604020202020204" pitchFamily="34" charset="0"/>
              <a:buChar char="•"/>
            </a:pPr>
            <a:r>
              <a:rPr lang="en-IN" sz="2400" dirty="0"/>
              <a:t>Provides a simple way to </a:t>
            </a:r>
            <a:r>
              <a:rPr lang="en-IN" sz="2400" b="1" dirty="0"/>
              <a:t>monitor processes through the web dashboard</a:t>
            </a:r>
            <a:r>
              <a:rPr lang="en-IN" sz="2400" dirty="0"/>
              <a:t>. </a:t>
            </a:r>
          </a:p>
          <a:p>
            <a:pPr marL="285750" lvl="0" indent="-285750" algn="just">
              <a:buFont typeface="Arial" panose="020B0604020202020204" pitchFamily="34" charset="0"/>
              <a:buChar char="•"/>
            </a:pPr>
            <a:r>
              <a:rPr lang="en-IN" sz="2400" dirty="0"/>
              <a:t>Strengthens practical understanding of </a:t>
            </a:r>
            <a:r>
              <a:rPr lang="en-IN" sz="2400" b="1" dirty="0"/>
              <a:t>Linux process management and system programming</a:t>
            </a:r>
            <a:r>
              <a:rPr lang="en-IN" dirty="0"/>
              <a:t>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42735513"/>
      </p:ext>
    </p:extLst>
  </p:cSld>
  <p:clrMapOvr>
    <a:masterClrMapping/>
  </p:clrMapOvr>
</p:sld>
</file>

<file path=ppt/theme/theme1.xml><?xml version="1.0" encoding="utf-8"?>
<a:theme xmlns:a="http://schemas.openxmlformats.org/drawingml/2006/main" name="Archway">
  <a:themeElements>
    <a:clrScheme name="Archway">
      <a:dk1>
        <a:sysClr val="windowText" lastClr="000000"/>
      </a:dk1>
      <a:lt1>
        <a:sysClr val="window" lastClr="FFFFFF"/>
      </a:lt1>
      <a:dk2>
        <a:srgbClr val="424C4E"/>
      </a:dk2>
      <a:lt2>
        <a:srgbClr val="EDE9E7"/>
      </a:lt2>
      <a:accent1>
        <a:srgbClr val="9FA597"/>
      </a:accent1>
      <a:accent2>
        <a:srgbClr val="AEA67E"/>
      </a:accent2>
      <a:accent3>
        <a:srgbClr val="957D71"/>
      </a:accent3>
      <a:accent4>
        <a:srgbClr val="C88769"/>
      </a:accent4>
      <a:accent5>
        <a:srgbClr val="97A4AA"/>
      </a:accent5>
      <a:accent6>
        <a:srgbClr val="9FA4A5"/>
      </a:accent6>
      <a:hlink>
        <a:srgbClr val="8C9484"/>
      </a:hlink>
      <a:folHlink>
        <a:srgbClr val="C17957"/>
      </a:folHlink>
    </a:clrScheme>
    <a:fontScheme name="Archway">
      <a:majorFont>
        <a:latin typeface="Felix Titling"/>
        <a:ea typeface=""/>
        <a:cs typeface=""/>
      </a:majorFont>
      <a:minorFont>
        <a:latin typeface="Goudy Old Styl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Archway" id="{CCBE687C-D9F1-4254-B066-5079611C2397}" vid="{9D57D580-D4A7-454F-BF49-8DDDB4A8185C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Archway</Template>
  <TotalTime>50</TotalTime>
  <Words>526</Words>
  <Application>Microsoft Office PowerPoint</Application>
  <PresentationFormat>Widescreen</PresentationFormat>
  <Paragraphs>71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Arial</vt:lpstr>
      <vt:lpstr>Felix Titling</vt:lpstr>
      <vt:lpstr>Goudy Old Style</vt:lpstr>
      <vt:lpstr>Archway</vt:lpstr>
      <vt:lpstr>PROCESS TERMINATION MESSAGES  </vt:lpstr>
      <vt:lpstr>PROBLEM STATEMENT</vt:lpstr>
      <vt:lpstr>OBJECTIVES</vt:lpstr>
      <vt:lpstr>TECHNOLOGIES USED</vt:lpstr>
      <vt:lpstr>TECHNOLOGIES USED</vt:lpstr>
      <vt:lpstr>PROJECT COMPONENTS</vt:lpstr>
      <vt:lpstr>PowerPoint Presentation</vt:lpstr>
      <vt:lpstr>KEY FUNCTIONS</vt:lpstr>
      <vt:lpstr>PROCESS EXECUTION FLOW</vt:lpstr>
      <vt:lpstr>PowerPoint Presentation</vt:lpstr>
      <vt:lpstr>PowerPoint Presentation</vt:lpstr>
      <vt:lpstr>PowerPoint Presentation</vt:lpstr>
      <vt:lpstr>PowerPoint Presentation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yerrapragadacharansai@gmail.com</dc:creator>
  <cp:lastModifiedBy>yerrapragadacharansai@gmail.com</cp:lastModifiedBy>
  <cp:revision>1</cp:revision>
  <dcterms:created xsi:type="dcterms:W3CDTF">2026-09-28T05:37:13Z</dcterms:created>
  <dcterms:modified xsi:type="dcterms:W3CDTF">2026-10-06T13:39:39Z</dcterms:modified>
</cp:coreProperties>
</file>